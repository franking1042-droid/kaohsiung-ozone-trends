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6" r:id="rId3"/>
    <p:sldId id="265" r:id="rId4"/>
    <p:sldId id="267" r:id="rId5"/>
    <p:sldId id="269" r:id="rId6"/>
    <p:sldId id="270" r:id="rId7"/>
    <p:sldId id="259" r:id="rId8"/>
    <p:sldId id="271" r:id="rId9"/>
    <p:sldId id="279" r:id="rId10"/>
    <p:sldId id="273" r:id="rId11"/>
    <p:sldId id="275" r:id="rId12"/>
    <p:sldId id="280" r:id="rId13"/>
    <p:sldId id="276" r:id="rId14"/>
    <p:sldId id="281" r:id="rId15"/>
    <p:sldId id="290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8FC015E6-1892-420A-A940-6DD1B2F219EC}">
          <p14:sldIdLst>
            <p14:sldId id="256"/>
          </p14:sldIdLst>
        </p14:section>
        <p14:section name="01Introduction" id="{ABE5BED5-62A5-4C7C-B698-7F62A00334BD}">
          <p14:sldIdLst>
            <p14:sldId id="266"/>
            <p14:sldId id="265"/>
            <p14:sldId id="267"/>
            <p14:sldId id="269"/>
            <p14:sldId id="270"/>
            <p14:sldId id="259"/>
          </p14:sldIdLst>
        </p14:section>
        <p14:section name="02Method" id="{9911E42B-9E71-41E1-873A-3582D4B1F0BA}">
          <p14:sldIdLst>
            <p14:sldId id="271"/>
            <p14:sldId id="279"/>
            <p14:sldId id="273"/>
            <p14:sldId id="275"/>
            <p14:sldId id="280"/>
            <p14:sldId id="276"/>
            <p14:sldId id="281"/>
            <p14:sldId id="290"/>
          </p14:sldIdLst>
        </p14:section>
        <p14:section name="03Result" id="{43425946-DB3F-42FA-B8A9-B45ECF5046A0}">
          <p14:sldIdLst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7876"/>
    <a:srgbClr val="8A3F0D"/>
    <a:srgbClr val="555555"/>
    <a:srgbClr val="F7F3ED"/>
    <a:srgbClr val="F2F2F2"/>
    <a:srgbClr val="FFFFFF"/>
    <a:srgbClr val="E8EC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81C045-92C6-4844-A5E3-D8E072DF0199}" v="26" dt="2026-09-26T10:14:02.6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2485" autoAdjust="0"/>
  </p:normalViewPr>
  <p:slideViewPr>
    <p:cSldViewPr snapToGrid="0" showGuides="1">
      <p:cViewPr>
        <p:scale>
          <a:sx n="75" d="100"/>
          <a:sy n="75" d="100"/>
        </p:scale>
        <p:origin x="1914" y="174"/>
      </p:cViewPr>
      <p:guideLst>
        <p:guide orient="horz" pos="2160"/>
        <p:guide pos="381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奕綸 洪" userId="a0d49cfeacbe7469" providerId="LiveId" clId="{BF1660DD-40BB-4F1C-B954-3993FF3F3F25}"/>
    <pc:docChg chg="undo redo custSel addSld delSld modSld sldOrd modMainMaster addSection modSection">
      <pc:chgData name="奕綸 洪" userId="a0d49cfeacbe7469" providerId="LiveId" clId="{BF1660DD-40BB-4F1C-B954-3993FF3F3F25}" dt="2026-09-26T10:14:02.610" v="3029" actId="767"/>
      <pc:docMkLst>
        <pc:docMk/>
      </pc:docMkLst>
      <pc:sldChg chg="addSp delSp modSp new mod modClrScheme chgLayout">
        <pc:chgData name="奕綸 洪" userId="a0d49cfeacbe7469" providerId="LiveId" clId="{BF1660DD-40BB-4F1C-B954-3993FF3F3F25}" dt="2026-09-25T08:02:00.095" v="2995" actId="767"/>
        <pc:sldMkLst>
          <pc:docMk/>
          <pc:sldMk cId="4134226231" sldId="256"/>
        </pc:sldMkLst>
        <pc:spChg chg="mod ord">
          <ac:chgData name="奕綸 洪" userId="a0d49cfeacbe7469" providerId="LiveId" clId="{BF1660DD-40BB-4F1C-B954-3993FF3F3F25}" dt="2026-09-25T06:58:42.088" v="2982" actId="700"/>
          <ac:spMkLst>
            <pc:docMk/>
            <pc:sldMk cId="4134226231" sldId="256"/>
            <ac:spMk id="2" creationId="{2CF68E0A-79C7-A0C1-5996-EC5E80731BC3}"/>
          </ac:spMkLst>
        </pc:spChg>
        <pc:spChg chg="mod ord">
          <ac:chgData name="奕綸 洪" userId="a0d49cfeacbe7469" providerId="LiveId" clId="{BF1660DD-40BB-4F1C-B954-3993FF3F3F25}" dt="2026-09-25T06:58:42.088" v="2982" actId="700"/>
          <ac:spMkLst>
            <pc:docMk/>
            <pc:sldMk cId="4134226231" sldId="256"/>
            <ac:spMk id="3" creationId="{71EB41A0-6320-46C5-612F-5119E7D67606}"/>
          </ac:spMkLst>
        </pc:spChg>
        <pc:spChg chg="add mod">
          <ac:chgData name="奕綸 洪" userId="a0d49cfeacbe7469" providerId="LiveId" clId="{BF1660DD-40BB-4F1C-B954-3993FF3F3F25}" dt="2026-09-20T05:54:36.840" v="1470" actId="1076"/>
          <ac:spMkLst>
            <pc:docMk/>
            <pc:sldMk cId="4134226231" sldId="256"/>
            <ac:spMk id="4" creationId="{8C8D28AA-5EF4-AB8B-C2AC-A2A4E05BCCA9}"/>
          </ac:spMkLst>
        </pc:spChg>
        <pc:spChg chg="add mod">
          <ac:chgData name="奕綸 洪" userId="a0d49cfeacbe7469" providerId="LiveId" clId="{BF1660DD-40BB-4F1C-B954-3993FF3F3F25}" dt="2026-09-25T08:02:00.095" v="2995" actId="767"/>
          <ac:spMkLst>
            <pc:docMk/>
            <pc:sldMk cId="4134226231" sldId="256"/>
            <ac:spMk id="5" creationId="{0C66893A-46B6-EC3F-B195-F0B9256C4A54}"/>
          </ac:spMkLst>
        </pc:spChg>
        <pc:spChg chg="add mod">
          <ac:chgData name="奕綸 洪" userId="a0d49cfeacbe7469" providerId="LiveId" clId="{BF1660DD-40BB-4F1C-B954-3993FF3F3F25}" dt="2026-09-18T09:25:55.343" v="1051" actId="207"/>
          <ac:spMkLst>
            <pc:docMk/>
            <pc:sldMk cId="4134226231" sldId="256"/>
            <ac:spMk id="6" creationId="{74C53099-EE34-2745-243F-563D67E0C02C}"/>
          </ac:spMkLst>
        </pc:spChg>
        <pc:spChg chg="add del mod ord">
          <ac:chgData name="奕綸 洪" userId="a0d49cfeacbe7469" providerId="LiveId" clId="{BF1660DD-40BB-4F1C-B954-3993FF3F3F25}" dt="2026-09-20T05:54:36.840" v="1470" actId="1076"/>
          <ac:spMkLst>
            <pc:docMk/>
            <pc:sldMk cId="4134226231" sldId="256"/>
            <ac:spMk id="21" creationId="{066E9F34-0BA0-97ED-88C9-F679137385D3}"/>
          </ac:spMkLst>
        </pc:spChg>
        <pc:picChg chg="add mod">
          <ac:chgData name="奕綸 洪" userId="a0d49cfeacbe7469" providerId="LiveId" clId="{BF1660DD-40BB-4F1C-B954-3993FF3F3F25}" dt="2026-09-22T15:38:48.931" v="2860" actId="1076"/>
          <ac:picMkLst>
            <pc:docMk/>
            <pc:sldMk cId="4134226231" sldId="256"/>
            <ac:picMk id="7" creationId="{F45D4E29-E365-F05C-2A72-55E02E2A672C}"/>
          </ac:picMkLst>
        </pc:picChg>
      </pc:sldChg>
      <pc:sldChg chg="addSp delSp modSp new mod ord modClrScheme chgLayout">
        <pc:chgData name="奕綸 洪" userId="a0d49cfeacbe7469" providerId="LiveId" clId="{BF1660DD-40BB-4F1C-B954-3993FF3F3F25}" dt="2026-09-25T06:43:24.527" v="2966" actId="22"/>
        <pc:sldMkLst>
          <pc:docMk/>
          <pc:sldMk cId="1264411604" sldId="259"/>
        </pc:sldMkLst>
        <pc:spChg chg="add mod ord">
          <ac:chgData name="奕綸 洪" userId="a0d49cfeacbe7469" providerId="LiveId" clId="{BF1660DD-40BB-4F1C-B954-3993FF3F3F25}" dt="2026-09-20T09:13:46.696" v="2033" actId="2085"/>
          <ac:spMkLst>
            <pc:docMk/>
            <pc:sldMk cId="1264411604" sldId="259"/>
            <ac:spMk id="2" creationId="{F81D18AA-A1F6-2DB1-34A2-5D56DCEA2ADD}"/>
          </ac:spMkLst>
        </pc:spChg>
        <pc:spChg chg="mod ord">
          <ac:chgData name="奕綸 洪" userId="a0d49cfeacbe7469" providerId="LiveId" clId="{BF1660DD-40BB-4F1C-B954-3993FF3F3F25}" dt="2026-09-20T05:53:10.280" v="1450" actId="700"/>
          <ac:spMkLst>
            <pc:docMk/>
            <pc:sldMk cId="1264411604" sldId="259"/>
            <ac:spMk id="4" creationId="{491981C4-11BB-99EF-CE64-A16645F06234}"/>
          </ac:spMkLst>
        </pc:spChg>
        <pc:spChg chg="add mod">
          <ac:chgData name="奕綸 洪" userId="a0d49cfeacbe7469" providerId="LiveId" clId="{BF1660DD-40BB-4F1C-B954-3993FF3F3F25}" dt="2026-09-20T09:21:25.489" v="2257" actId="207"/>
          <ac:spMkLst>
            <pc:docMk/>
            <pc:sldMk cId="1264411604" sldId="259"/>
            <ac:spMk id="5" creationId="{ADAD3397-6C86-3F2D-13CB-9D25F453443D}"/>
          </ac:spMkLst>
        </pc:spChg>
        <pc:spChg chg="add mod">
          <ac:chgData name="奕綸 洪" userId="a0d49cfeacbe7469" providerId="LiveId" clId="{BF1660DD-40BB-4F1C-B954-3993FF3F3F25}" dt="2026-09-20T16:34:49.514" v="2815" actId="20577"/>
          <ac:spMkLst>
            <pc:docMk/>
            <pc:sldMk cId="1264411604" sldId="259"/>
            <ac:spMk id="8" creationId="{A1219415-27E3-14EA-C7B1-9E9F06AAAE5A}"/>
          </ac:spMkLst>
        </pc:spChg>
        <pc:spChg chg="add mod">
          <ac:chgData name="奕綸 洪" userId="a0d49cfeacbe7469" providerId="LiveId" clId="{BF1660DD-40BB-4F1C-B954-3993FF3F3F25}" dt="2026-09-20T05:53:29.161" v="1452" actId="14100"/>
          <ac:spMkLst>
            <pc:docMk/>
            <pc:sldMk cId="1264411604" sldId="259"/>
            <ac:spMk id="9" creationId="{147932BB-7F4A-D93C-3AEF-D14488391D64}"/>
          </ac:spMkLst>
        </pc:spChg>
        <pc:spChg chg="add mod">
          <ac:chgData name="奕綸 洪" userId="a0d49cfeacbe7469" providerId="LiveId" clId="{BF1660DD-40BB-4F1C-B954-3993FF3F3F25}" dt="2026-09-20T06:10:08.827" v="1770"/>
          <ac:spMkLst>
            <pc:docMk/>
            <pc:sldMk cId="1264411604" sldId="259"/>
            <ac:spMk id="10" creationId="{F4473DAC-ADD4-54E0-7914-2D659DF03193}"/>
          </ac:spMkLst>
        </pc:spChg>
        <pc:spChg chg="add mod">
          <ac:chgData name="奕綸 洪" userId="a0d49cfeacbe7469" providerId="LiveId" clId="{BF1660DD-40BB-4F1C-B954-3993FF3F3F25}" dt="2026-09-20T13:23:52.377" v="2468" actId="115"/>
          <ac:spMkLst>
            <pc:docMk/>
            <pc:sldMk cId="1264411604" sldId="259"/>
            <ac:spMk id="12" creationId="{512D3CAC-FCF7-9170-8532-B1F1A85E8FE1}"/>
          </ac:spMkLst>
        </pc:spChg>
        <pc:spChg chg="add mod">
          <ac:chgData name="奕綸 洪" userId="a0d49cfeacbe7469" providerId="LiveId" clId="{BF1660DD-40BB-4F1C-B954-3993FF3F3F25}" dt="2026-09-20T09:13:24.502" v="2027" actId="164"/>
          <ac:spMkLst>
            <pc:docMk/>
            <pc:sldMk cId="1264411604" sldId="259"/>
            <ac:spMk id="15" creationId="{51121797-D761-F2C0-79D5-7D8C89294EFA}"/>
          </ac:spMkLst>
        </pc:spChg>
        <pc:spChg chg="add mod">
          <ac:chgData name="奕綸 洪" userId="a0d49cfeacbe7469" providerId="LiveId" clId="{BF1660DD-40BB-4F1C-B954-3993FF3F3F25}" dt="2026-09-23T14:54:55.434" v="2871" actId="20577"/>
          <ac:spMkLst>
            <pc:docMk/>
            <pc:sldMk cId="1264411604" sldId="259"/>
            <ac:spMk id="19" creationId="{76AEA632-FBF7-EA78-8759-7829D9F2BF70}"/>
          </ac:spMkLst>
        </pc:spChg>
        <pc:grpChg chg="add mod">
          <ac:chgData name="奕綸 洪" userId="a0d49cfeacbe7469" providerId="LiveId" clId="{BF1660DD-40BB-4F1C-B954-3993FF3F3F25}" dt="2026-09-20T09:13:30.262" v="2030" actId="1076"/>
          <ac:grpSpMkLst>
            <pc:docMk/>
            <pc:sldMk cId="1264411604" sldId="259"/>
            <ac:grpSpMk id="6" creationId="{20830CD7-0AF7-06D3-B71D-B94800D38D7A}"/>
          </ac:grpSpMkLst>
        </pc:grpChg>
        <pc:picChg chg="add">
          <ac:chgData name="奕綸 洪" userId="a0d49cfeacbe7469" providerId="LiveId" clId="{BF1660DD-40BB-4F1C-B954-3993FF3F3F25}" dt="2026-09-25T06:43:24.527" v="2966" actId="22"/>
          <ac:picMkLst>
            <pc:docMk/>
            <pc:sldMk cId="1264411604" sldId="259"/>
            <ac:picMk id="7" creationId="{DBD1E639-D51B-ABDD-3090-79DCE0FA722A}"/>
          </ac:picMkLst>
        </pc:picChg>
      </pc:sldChg>
      <pc:sldChg chg="addSp delSp modSp add mod modClrScheme chgLayout modNotesTx">
        <pc:chgData name="奕綸 洪" userId="a0d49cfeacbe7469" providerId="LiveId" clId="{BF1660DD-40BB-4F1C-B954-3993FF3F3F25}" dt="2026-09-25T06:43:03.490" v="2964" actId="21"/>
        <pc:sldMkLst>
          <pc:docMk/>
          <pc:sldMk cId="160776533" sldId="265"/>
        </pc:sldMkLst>
        <pc:spChg chg="mod ord">
          <ac:chgData name="奕綸 洪" userId="a0d49cfeacbe7469" providerId="LiveId" clId="{BF1660DD-40BB-4F1C-B954-3993FF3F3F25}" dt="2026-09-20T09:20:01.843" v="2222" actId="113"/>
          <ac:spMkLst>
            <pc:docMk/>
            <pc:sldMk cId="160776533" sldId="265"/>
            <ac:spMk id="2" creationId="{95FFB9C7-4903-1960-85E5-D85C79C5695B}"/>
          </ac:spMkLst>
        </pc:spChg>
        <pc:spChg chg="mod ord">
          <ac:chgData name="奕綸 洪" userId="a0d49cfeacbe7469" providerId="LiveId" clId="{BF1660DD-40BB-4F1C-B954-3993FF3F3F25}" dt="2026-09-18T09:32:00.744" v="1142" actId="1037"/>
          <ac:spMkLst>
            <pc:docMk/>
            <pc:sldMk cId="160776533" sldId="265"/>
            <ac:spMk id="3" creationId="{9F41A05F-836A-CA6F-C753-0BE596D60B7A}"/>
          </ac:spMkLst>
        </pc:spChg>
        <pc:spChg chg="mod ord">
          <ac:chgData name="奕綸 洪" userId="a0d49cfeacbe7469" providerId="LiveId" clId="{BF1660DD-40BB-4F1C-B954-3993FF3F3F25}" dt="2026-09-18T09:31:52.333" v="1126" actId="700"/>
          <ac:spMkLst>
            <pc:docMk/>
            <pc:sldMk cId="160776533" sldId="265"/>
            <ac:spMk id="5" creationId="{1F5BDEB9-09C4-D375-B1D2-CCF6BA196943}"/>
          </ac:spMkLst>
        </pc:spChg>
        <pc:spChg chg="mod">
          <ac:chgData name="奕綸 洪" userId="a0d49cfeacbe7469" providerId="LiveId" clId="{BF1660DD-40BB-4F1C-B954-3993FF3F3F25}" dt="2026-09-20T06:07:51.354" v="1753" actId="14100"/>
          <ac:spMkLst>
            <pc:docMk/>
            <pc:sldMk cId="160776533" sldId="265"/>
            <ac:spMk id="7" creationId="{72E81CEB-5E21-4120-1571-0551642F360A}"/>
          </ac:spMkLst>
        </pc:spChg>
        <pc:spChg chg="add">
          <ac:chgData name="奕綸 洪" userId="a0d49cfeacbe7469" providerId="LiveId" clId="{BF1660DD-40BB-4F1C-B954-3993FF3F3F25}" dt="2026-09-20T05:54:14.704" v="1462" actId="22"/>
          <ac:spMkLst>
            <pc:docMk/>
            <pc:sldMk cId="160776533" sldId="265"/>
            <ac:spMk id="9" creationId="{EB1AB15A-66B3-BA8C-DCAF-833B659AE52F}"/>
          </ac:spMkLst>
        </pc:spChg>
        <pc:spChg chg="add mod">
          <ac:chgData name="奕綸 洪" userId="a0d49cfeacbe7469" providerId="LiveId" clId="{BF1660DD-40BB-4F1C-B954-3993FF3F3F25}" dt="2026-09-18T09:44:48.395" v="1264" actId="1076"/>
          <ac:spMkLst>
            <pc:docMk/>
            <pc:sldMk cId="160776533" sldId="265"/>
            <ac:spMk id="10" creationId="{6F521E0B-0400-E01F-F5EF-037E5E2EEE6B}"/>
          </ac:spMkLst>
        </pc:spChg>
        <pc:spChg chg="add mod">
          <ac:chgData name="奕綸 洪" userId="a0d49cfeacbe7469" providerId="LiveId" clId="{BF1660DD-40BB-4F1C-B954-3993FF3F3F25}" dt="2026-09-20T06:08:26.573" v="1761" actId="207"/>
          <ac:spMkLst>
            <pc:docMk/>
            <pc:sldMk cId="160776533" sldId="265"/>
            <ac:spMk id="11" creationId="{3F7F191C-EF64-5921-8841-93651CC4FEED}"/>
          </ac:spMkLst>
        </pc:spChg>
        <pc:spChg chg="add mod">
          <ac:chgData name="奕綸 洪" userId="a0d49cfeacbe7469" providerId="LiveId" clId="{BF1660DD-40BB-4F1C-B954-3993FF3F3F25}" dt="2026-09-18T09:44:48.395" v="1264" actId="1076"/>
          <ac:spMkLst>
            <pc:docMk/>
            <pc:sldMk cId="160776533" sldId="265"/>
            <ac:spMk id="12" creationId="{8313D7A1-DDA8-9370-580A-776ACBA2113C}"/>
          </ac:spMkLst>
        </pc:spChg>
        <pc:spChg chg="add mod">
          <ac:chgData name="奕綸 洪" userId="a0d49cfeacbe7469" providerId="LiveId" clId="{BF1660DD-40BB-4F1C-B954-3993FF3F3F25}" dt="2026-09-18T09:44:48.395" v="1264" actId="1076"/>
          <ac:spMkLst>
            <pc:docMk/>
            <pc:sldMk cId="160776533" sldId="265"/>
            <ac:spMk id="16" creationId="{23FE25BD-E54C-8D3F-1C21-82CA7133544D}"/>
          </ac:spMkLst>
        </pc:spChg>
        <pc:spChg chg="add mod">
          <ac:chgData name="奕綸 洪" userId="a0d49cfeacbe7469" providerId="LiveId" clId="{BF1660DD-40BB-4F1C-B954-3993FF3F3F25}" dt="2026-09-20T06:07:04.341" v="1744" actId="113"/>
          <ac:spMkLst>
            <pc:docMk/>
            <pc:sldMk cId="160776533" sldId="265"/>
            <ac:spMk id="20" creationId="{E16731D2-6499-6DD4-8745-B19EC320A9B9}"/>
          </ac:spMkLst>
        </pc:spChg>
        <pc:picChg chg="add del mod">
          <ac:chgData name="奕綸 洪" userId="a0d49cfeacbe7469" providerId="LiveId" clId="{BF1660DD-40BB-4F1C-B954-3993FF3F3F25}" dt="2026-09-25T06:43:03.490" v="2964" actId="21"/>
          <ac:picMkLst>
            <pc:docMk/>
            <pc:sldMk cId="160776533" sldId="265"/>
            <ac:picMk id="6" creationId="{041B4811-5A7F-AB83-8F53-402F6AD1CD3F}"/>
          </ac:picMkLst>
        </pc:picChg>
        <pc:picChg chg="add mod">
          <ac:chgData name="奕綸 洪" userId="a0d49cfeacbe7469" providerId="LiveId" clId="{BF1660DD-40BB-4F1C-B954-3993FF3F3F25}" dt="2026-09-18T13:33:29.255" v="1334" actId="208"/>
          <ac:picMkLst>
            <pc:docMk/>
            <pc:sldMk cId="160776533" sldId="265"/>
            <ac:picMk id="14" creationId="{2AE5E3D0-CA28-594C-92BC-FFA3768E08B4}"/>
          </ac:picMkLst>
        </pc:picChg>
      </pc:sldChg>
      <pc:sldChg chg="addSp delSp modSp new mod">
        <pc:chgData name="奕綸 洪" userId="a0d49cfeacbe7469" providerId="LiveId" clId="{BF1660DD-40BB-4F1C-B954-3993FF3F3F25}" dt="2026-09-25T06:44:00.394" v="2977" actId="21"/>
        <pc:sldMkLst>
          <pc:docMk/>
          <pc:sldMk cId="362009982" sldId="266"/>
        </pc:sldMkLst>
        <pc:spChg chg="add mod">
          <ac:chgData name="奕綸 洪" userId="a0d49cfeacbe7469" providerId="LiveId" clId="{BF1660DD-40BB-4F1C-B954-3993FF3F3F25}" dt="2026-09-18T09:27:46.913" v="1106" actId="2710"/>
          <ac:spMkLst>
            <pc:docMk/>
            <pc:sldMk cId="362009982" sldId="266"/>
            <ac:spMk id="3" creationId="{7A9D8146-BA09-5B5C-D844-878AB10B824D}"/>
          </ac:spMkLst>
        </pc:spChg>
        <pc:spChg chg="add mod">
          <ac:chgData name="奕綸 洪" userId="a0d49cfeacbe7469" providerId="LiveId" clId="{BF1660DD-40BB-4F1C-B954-3993FF3F3F25}" dt="2026-09-18T09:24:36.459" v="1047" actId="14100"/>
          <ac:spMkLst>
            <pc:docMk/>
            <pc:sldMk cId="362009982" sldId="266"/>
            <ac:spMk id="5" creationId="{DEE2ECC8-E37F-BDC9-2843-15A1818BEB55}"/>
          </ac:spMkLst>
        </pc:spChg>
        <pc:spChg chg="add mod">
          <ac:chgData name="奕綸 洪" userId="a0d49cfeacbe7469" providerId="LiveId" clId="{BF1660DD-40BB-4F1C-B954-3993FF3F3F25}" dt="2026-09-18T09:31:34.579" v="1123" actId="14100"/>
          <ac:spMkLst>
            <pc:docMk/>
            <pc:sldMk cId="362009982" sldId="266"/>
            <ac:spMk id="7" creationId="{5E680022-8F0D-0D43-74BE-53039EB28951}"/>
          </ac:spMkLst>
        </pc:spChg>
        <pc:picChg chg="add del mod">
          <ac:chgData name="奕綸 洪" userId="a0d49cfeacbe7469" providerId="LiveId" clId="{BF1660DD-40BB-4F1C-B954-3993FF3F3F25}" dt="2026-09-25T06:44:00.394" v="2977" actId="21"/>
          <ac:picMkLst>
            <pc:docMk/>
            <pc:sldMk cId="362009982" sldId="266"/>
            <ac:picMk id="6" creationId="{CE48C0EF-CDC6-1101-B118-CE60108FFEFB}"/>
          </ac:picMkLst>
        </pc:picChg>
      </pc:sldChg>
      <pc:sldChg chg="addSp delSp modSp add mod">
        <pc:chgData name="奕綸 洪" userId="a0d49cfeacbe7469" providerId="LiveId" clId="{BF1660DD-40BB-4F1C-B954-3993FF3F3F25}" dt="2026-09-20T09:20:22.666" v="2227" actId="113"/>
        <pc:sldMkLst>
          <pc:docMk/>
          <pc:sldMk cId="792161402" sldId="267"/>
        </pc:sldMkLst>
        <pc:spChg chg="mod">
          <ac:chgData name="奕綸 洪" userId="a0d49cfeacbe7469" providerId="LiveId" clId="{BF1660DD-40BB-4F1C-B954-3993FF3F3F25}" dt="2026-09-20T09:20:22.666" v="2227" actId="113"/>
          <ac:spMkLst>
            <pc:docMk/>
            <pc:sldMk cId="792161402" sldId="267"/>
            <ac:spMk id="2" creationId="{DBA410F7-879B-FF72-8344-D381A08E4A4A}"/>
          </ac:spMkLst>
        </pc:spChg>
        <pc:spChg chg="mod">
          <ac:chgData name="奕綸 洪" userId="a0d49cfeacbe7469" providerId="LiveId" clId="{BF1660DD-40BB-4F1C-B954-3993FF3F3F25}" dt="2026-09-18T09:37:08.999" v="1194"/>
          <ac:spMkLst>
            <pc:docMk/>
            <pc:sldMk cId="792161402" sldId="267"/>
            <ac:spMk id="3" creationId="{A621A530-1520-925F-19C0-C48A0F05116F}"/>
          </ac:spMkLst>
        </pc:spChg>
        <pc:spChg chg="add">
          <ac:chgData name="奕綸 洪" userId="a0d49cfeacbe7469" providerId="LiveId" clId="{BF1660DD-40BB-4F1C-B954-3993FF3F3F25}" dt="2026-09-20T05:54:10.217" v="1460" actId="22"/>
          <ac:spMkLst>
            <pc:docMk/>
            <pc:sldMk cId="792161402" sldId="267"/>
            <ac:spMk id="8" creationId="{B7C0C716-EE02-AF20-6891-BEFDA2FF9BA5}"/>
          </ac:spMkLst>
        </pc:spChg>
        <pc:spChg chg="add mod">
          <ac:chgData name="奕綸 洪" userId="a0d49cfeacbe7469" providerId="LiveId" clId="{BF1660DD-40BB-4F1C-B954-3993FF3F3F25}" dt="2026-09-20T06:06:46.628" v="1743" actId="207"/>
          <ac:spMkLst>
            <pc:docMk/>
            <pc:sldMk cId="792161402" sldId="267"/>
            <ac:spMk id="9" creationId="{DB1E56F5-6F7D-B912-A1E8-BE127A52A156}"/>
          </ac:spMkLst>
        </pc:spChg>
        <pc:spChg chg="add mod ord">
          <ac:chgData name="奕綸 洪" userId="a0d49cfeacbe7469" providerId="LiveId" clId="{BF1660DD-40BB-4F1C-B954-3993FF3F3F25}" dt="2026-09-20T06:06:19.531" v="1741" actId="14861"/>
          <ac:spMkLst>
            <pc:docMk/>
            <pc:sldMk cId="792161402" sldId="267"/>
            <ac:spMk id="10" creationId="{08F2E1E0-5230-3D3E-7AEB-2774AC13C915}"/>
          </ac:spMkLst>
        </pc:spChg>
        <pc:spChg chg="add mod ord">
          <ac:chgData name="奕綸 洪" userId="a0d49cfeacbe7469" providerId="LiveId" clId="{BF1660DD-40BB-4F1C-B954-3993FF3F3F25}" dt="2026-09-20T06:06:02.114" v="1740" actId="207"/>
          <ac:spMkLst>
            <pc:docMk/>
            <pc:sldMk cId="792161402" sldId="267"/>
            <ac:spMk id="12" creationId="{DE3C2129-B55D-168A-2E03-C6886E59D8DA}"/>
          </ac:spMkLst>
        </pc:spChg>
        <pc:spChg chg="add mod">
          <ac:chgData name="奕綸 洪" userId="a0d49cfeacbe7469" providerId="LiveId" clId="{BF1660DD-40BB-4F1C-B954-3993FF3F3F25}" dt="2026-09-20T06:02:47.837" v="1480" actId="123"/>
          <ac:spMkLst>
            <pc:docMk/>
            <pc:sldMk cId="792161402" sldId="267"/>
            <ac:spMk id="17" creationId="{563FD2DE-FFE2-6A6B-5C3B-4EEB5E909CFB}"/>
          </ac:spMkLst>
        </pc:spChg>
        <pc:picChg chg="add mod ord">
          <ac:chgData name="奕綸 洪" userId="a0d49cfeacbe7469" providerId="LiveId" clId="{BF1660DD-40BB-4F1C-B954-3993FF3F3F25}" dt="2026-09-20T06:04:19.449" v="1518" actId="167"/>
          <ac:picMkLst>
            <pc:docMk/>
            <pc:sldMk cId="792161402" sldId="267"/>
            <ac:picMk id="6" creationId="{2F49F045-960F-9E46-58C5-B0243B36C14E}"/>
          </ac:picMkLst>
        </pc:picChg>
      </pc:sldChg>
      <pc:sldChg chg="addSp delSp modSp add mod">
        <pc:chgData name="奕綸 洪" userId="a0d49cfeacbe7469" providerId="LiveId" clId="{BF1660DD-40BB-4F1C-B954-3993FF3F3F25}" dt="2026-09-23T15:23:21.792" v="2891" actId="478"/>
        <pc:sldMkLst>
          <pc:docMk/>
          <pc:sldMk cId="2181857581" sldId="269"/>
        </pc:sldMkLst>
        <pc:spChg chg="mod">
          <ac:chgData name="奕綸 洪" userId="a0d49cfeacbe7469" providerId="LiveId" clId="{BF1660DD-40BB-4F1C-B954-3993FF3F3F25}" dt="2026-09-20T09:20:32.498" v="2231" actId="113"/>
          <ac:spMkLst>
            <pc:docMk/>
            <pc:sldMk cId="2181857581" sldId="269"/>
            <ac:spMk id="2" creationId="{F96CD72B-842D-356C-3685-BECBDA910401}"/>
          </ac:spMkLst>
        </pc:spChg>
        <pc:spChg chg="mod">
          <ac:chgData name="奕綸 洪" userId="a0d49cfeacbe7469" providerId="LiveId" clId="{BF1660DD-40BB-4F1C-B954-3993FF3F3F25}" dt="2026-09-20T06:14:21.716" v="1801" actId="207"/>
          <ac:spMkLst>
            <pc:docMk/>
            <pc:sldMk cId="2181857581" sldId="269"/>
            <ac:spMk id="8" creationId="{6DDF8EC2-B455-805D-77E0-E219814E1527}"/>
          </ac:spMkLst>
        </pc:spChg>
        <pc:spChg chg="mod">
          <ac:chgData name="奕綸 洪" userId="a0d49cfeacbe7469" providerId="LiveId" clId="{BF1660DD-40BB-4F1C-B954-3993FF3F3F25}" dt="2026-09-20T09:06:37.855" v="1955" actId="113"/>
          <ac:spMkLst>
            <pc:docMk/>
            <pc:sldMk cId="2181857581" sldId="269"/>
            <ac:spMk id="9" creationId="{22A5A8D8-01FA-9AEB-B0E0-6777A9B52B26}"/>
          </ac:spMkLst>
        </pc:spChg>
        <pc:spChg chg="mod">
          <ac:chgData name="奕綸 洪" userId="a0d49cfeacbe7469" providerId="LiveId" clId="{BF1660DD-40BB-4F1C-B954-3993FF3F3F25}" dt="2026-09-20T06:14:21.716" v="1801" actId="207"/>
          <ac:spMkLst>
            <pc:docMk/>
            <pc:sldMk cId="2181857581" sldId="269"/>
            <ac:spMk id="10" creationId="{E2A8A4FD-0CAE-E95A-603F-74DC58C179B2}"/>
          </ac:spMkLst>
        </pc:spChg>
        <pc:spChg chg="mod">
          <ac:chgData name="奕綸 洪" userId="a0d49cfeacbe7469" providerId="LiveId" clId="{BF1660DD-40BB-4F1C-B954-3993FF3F3F25}" dt="2026-09-20T06:14:21.716" v="1801" actId="207"/>
          <ac:spMkLst>
            <pc:docMk/>
            <pc:sldMk cId="2181857581" sldId="269"/>
            <ac:spMk id="11" creationId="{4E5961E0-1082-BFC5-97B1-65BE31DC45E6}"/>
          </ac:spMkLst>
        </pc:spChg>
        <pc:spChg chg="mod">
          <ac:chgData name="奕綸 洪" userId="a0d49cfeacbe7469" providerId="LiveId" clId="{BF1660DD-40BB-4F1C-B954-3993FF3F3F25}" dt="2026-09-20T09:06:54.792" v="1957" actId="207"/>
          <ac:spMkLst>
            <pc:docMk/>
            <pc:sldMk cId="2181857581" sldId="269"/>
            <ac:spMk id="17" creationId="{97AA00CB-B3C2-78EA-7A7D-274C5AB7EECF}"/>
          </ac:spMkLst>
        </pc:spChg>
      </pc:sldChg>
      <pc:sldChg chg="addSp delSp modSp add mod ord modAnim modNotesTx">
        <pc:chgData name="奕綸 洪" userId="a0d49cfeacbe7469" providerId="LiveId" clId="{BF1660DD-40BB-4F1C-B954-3993FF3F3F25}" dt="2026-09-25T06:41:51.693" v="2946" actId="21"/>
        <pc:sldMkLst>
          <pc:docMk/>
          <pc:sldMk cId="4261704339" sldId="270"/>
        </pc:sldMkLst>
        <pc:spChg chg="mod">
          <ac:chgData name="奕綸 洪" userId="a0d49cfeacbe7469" providerId="LiveId" clId="{BF1660DD-40BB-4F1C-B954-3993FF3F3F25}" dt="2026-09-20T16:34:43.590" v="2813" actId="20577"/>
          <ac:spMkLst>
            <pc:docMk/>
            <pc:sldMk cId="4261704339" sldId="270"/>
            <ac:spMk id="2" creationId="{5DCBA492-7D7B-55DC-255F-911A9DA614B0}"/>
          </ac:spMkLst>
        </pc:spChg>
        <pc:spChg chg="add mod">
          <ac:chgData name="奕綸 洪" userId="a0d49cfeacbe7469" providerId="LiveId" clId="{BF1660DD-40BB-4F1C-B954-3993FF3F3F25}" dt="2026-09-23T15:20:53.601" v="2885" actId="1076"/>
          <ac:spMkLst>
            <pc:docMk/>
            <pc:sldMk cId="4261704339" sldId="270"/>
            <ac:spMk id="4" creationId="{BCFBA669-9518-576A-22E4-3ABEB876AE16}"/>
          </ac:spMkLst>
        </pc:spChg>
        <pc:spChg chg="mod">
          <ac:chgData name="奕綸 洪" userId="a0d49cfeacbe7469" providerId="LiveId" clId="{BF1660DD-40BB-4F1C-B954-3993FF3F3F25}" dt="2026-09-20T06:14:32.618" v="1806" actId="207"/>
          <ac:spMkLst>
            <pc:docMk/>
            <pc:sldMk cId="4261704339" sldId="270"/>
            <ac:spMk id="6" creationId="{BB93463B-AF44-5190-9373-85298F3CA658}"/>
          </ac:spMkLst>
        </pc:spChg>
        <pc:spChg chg="mod">
          <ac:chgData name="奕綸 洪" userId="a0d49cfeacbe7469" providerId="LiveId" clId="{BF1660DD-40BB-4F1C-B954-3993FF3F3F25}" dt="2026-09-20T06:14:32.618" v="1806" actId="207"/>
          <ac:spMkLst>
            <pc:docMk/>
            <pc:sldMk cId="4261704339" sldId="270"/>
            <ac:spMk id="9" creationId="{434FBACF-B664-DB54-ABFC-85E549A3BF2E}"/>
          </ac:spMkLst>
        </pc:spChg>
        <pc:spChg chg="mod">
          <ac:chgData name="奕綸 洪" userId="a0d49cfeacbe7469" providerId="LiveId" clId="{BF1660DD-40BB-4F1C-B954-3993FF3F3F25}" dt="2026-09-23T15:20:53.601" v="2885" actId="1076"/>
          <ac:spMkLst>
            <pc:docMk/>
            <pc:sldMk cId="4261704339" sldId="270"/>
            <ac:spMk id="12" creationId="{A4C83451-C22B-D8C4-EDB5-C07D3E796FCD}"/>
          </ac:spMkLst>
        </pc:spChg>
        <pc:spChg chg="mod">
          <ac:chgData name="奕綸 洪" userId="a0d49cfeacbe7469" providerId="LiveId" clId="{BF1660DD-40BB-4F1C-B954-3993FF3F3F25}" dt="2026-09-20T06:14:32.618" v="1806" actId="207"/>
          <ac:spMkLst>
            <pc:docMk/>
            <pc:sldMk cId="4261704339" sldId="270"/>
            <ac:spMk id="17" creationId="{A216D899-70E0-1169-17B5-CC3080B96B41}"/>
          </ac:spMkLst>
        </pc:spChg>
        <pc:picChg chg="add del mod">
          <ac:chgData name="奕綸 洪" userId="a0d49cfeacbe7469" providerId="LiveId" clId="{BF1660DD-40BB-4F1C-B954-3993FF3F3F25}" dt="2026-09-25T06:41:51.693" v="2946" actId="21"/>
          <ac:picMkLst>
            <pc:docMk/>
            <pc:sldMk cId="4261704339" sldId="270"/>
            <ac:picMk id="13" creationId="{0455348A-3DA7-954A-6CB6-33598148EEB8}"/>
          </ac:picMkLst>
        </pc:picChg>
      </pc:sldChg>
      <pc:sldChg chg="addSp delSp modSp add mod ord">
        <pc:chgData name="奕綸 洪" userId="a0d49cfeacbe7469" providerId="LiveId" clId="{BF1660DD-40BB-4F1C-B954-3993FF3F3F25}" dt="2026-09-26T08:53:38.933" v="3028" actId="478"/>
        <pc:sldMkLst>
          <pc:docMk/>
          <pc:sldMk cId="3403860771" sldId="271"/>
        </pc:sldMkLst>
        <pc:spChg chg="mod">
          <ac:chgData name="奕綸 洪" userId="a0d49cfeacbe7469" providerId="LiveId" clId="{BF1660DD-40BB-4F1C-B954-3993FF3F3F25}" dt="2026-09-20T10:46:45.731" v="2458" actId="20577"/>
          <ac:spMkLst>
            <pc:docMk/>
            <pc:sldMk cId="3403860771" sldId="271"/>
            <ac:spMk id="3" creationId="{A152ABFC-D1D2-9B03-D688-7F14F0FAE70D}"/>
          </ac:spMkLst>
        </pc:spChg>
        <pc:spChg chg="add del mod">
          <ac:chgData name="奕綸 洪" userId="a0d49cfeacbe7469" providerId="LiveId" clId="{BF1660DD-40BB-4F1C-B954-3993FF3F3F25}" dt="2026-09-26T08:53:38.933" v="3028" actId="478"/>
          <ac:spMkLst>
            <pc:docMk/>
            <pc:sldMk cId="3403860771" sldId="271"/>
            <ac:spMk id="4" creationId="{2A80393D-CACE-49C0-D86D-97797BB50707}"/>
          </ac:spMkLst>
        </pc:spChg>
        <pc:spChg chg="mod">
          <ac:chgData name="奕綸 洪" userId="a0d49cfeacbe7469" providerId="LiveId" clId="{BF1660DD-40BB-4F1C-B954-3993FF3F3F25}" dt="2026-09-20T06:21:31.743" v="1828" actId="20577"/>
          <ac:spMkLst>
            <pc:docMk/>
            <pc:sldMk cId="3403860771" sldId="271"/>
            <ac:spMk id="5" creationId="{FF35AC8F-6FA1-CB66-328D-C4F66F6A2915}"/>
          </ac:spMkLst>
        </pc:spChg>
        <pc:spChg chg="add del mod">
          <ac:chgData name="奕綸 洪" userId="a0d49cfeacbe7469" providerId="LiveId" clId="{BF1660DD-40BB-4F1C-B954-3993FF3F3F25}" dt="2026-09-20T06:33:24.203" v="1849" actId="207"/>
          <ac:spMkLst>
            <pc:docMk/>
            <pc:sldMk cId="3403860771" sldId="271"/>
            <ac:spMk id="6" creationId="{B7BA0276-C1FA-3FD0-158F-2EA994B2136D}"/>
          </ac:spMkLst>
        </pc:spChg>
        <pc:spChg chg="add mod">
          <ac:chgData name="奕綸 洪" userId="a0d49cfeacbe7469" providerId="LiveId" clId="{BF1660DD-40BB-4F1C-B954-3993FF3F3F25}" dt="2026-09-20T06:34:07.319" v="1871" actId="1076"/>
          <ac:spMkLst>
            <pc:docMk/>
            <pc:sldMk cId="3403860771" sldId="271"/>
            <ac:spMk id="8" creationId="{C55CDEC9-F093-3A0C-BB2A-E8916B2B7F59}"/>
          </ac:spMkLst>
        </pc:spChg>
        <pc:picChg chg="add">
          <ac:chgData name="奕綸 洪" userId="a0d49cfeacbe7469" providerId="LiveId" clId="{BF1660DD-40BB-4F1C-B954-3993FF3F3F25}" dt="2026-09-25T06:44:03.401" v="2978" actId="22"/>
          <ac:picMkLst>
            <pc:docMk/>
            <pc:sldMk cId="3403860771" sldId="271"/>
            <ac:picMk id="9" creationId="{E1128559-A0BB-E707-6836-446C96462285}"/>
          </ac:picMkLst>
        </pc:picChg>
      </pc:sldChg>
      <pc:sldChg chg="addSp delSp modSp new mod modAnim modNotesTx">
        <pc:chgData name="奕綸 洪" userId="a0d49cfeacbe7469" providerId="LiveId" clId="{BF1660DD-40BB-4F1C-B954-3993FF3F3F25}" dt="2026-09-25T06:59:54.188" v="2991" actId="1076"/>
        <pc:sldMkLst>
          <pc:docMk/>
          <pc:sldMk cId="776398129" sldId="273"/>
        </pc:sldMkLst>
        <pc:spChg chg="mod">
          <ac:chgData name="奕綸 洪" userId="a0d49cfeacbe7469" providerId="LiveId" clId="{BF1660DD-40BB-4F1C-B954-3993FF3F3F25}" dt="2026-09-20T14:26:47.903" v="2477" actId="2711"/>
          <ac:spMkLst>
            <pc:docMk/>
            <pc:sldMk cId="776398129" sldId="273"/>
            <ac:spMk id="2" creationId="{25477435-2D70-C4D5-91E7-8C13804DBDA2}"/>
          </ac:spMkLst>
        </pc:spChg>
        <pc:spChg chg="add mod">
          <ac:chgData name="奕綸 洪" userId="a0d49cfeacbe7469" providerId="LiveId" clId="{BF1660DD-40BB-4F1C-B954-3993FF3F3F25}" dt="2026-09-20T09:23:03.115" v="2266" actId="207"/>
          <ac:spMkLst>
            <pc:docMk/>
            <pc:sldMk cId="776398129" sldId="273"/>
            <ac:spMk id="4" creationId="{FA7818B2-E580-E23B-537A-AF4809688680}"/>
          </ac:spMkLst>
        </pc:spChg>
        <pc:spChg chg="add mod">
          <ac:chgData name="奕綸 洪" userId="a0d49cfeacbe7469" providerId="LiveId" clId="{BF1660DD-40BB-4F1C-B954-3993FF3F3F25}" dt="2026-09-20T09:01:23.846" v="1935" actId="2711"/>
          <ac:spMkLst>
            <pc:docMk/>
            <pc:sldMk cId="776398129" sldId="273"/>
            <ac:spMk id="6" creationId="{0AFFB3F7-9238-B3DB-98CF-76FD722FE52F}"/>
          </ac:spMkLst>
        </pc:spChg>
        <pc:spChg chg="add mod">
          <ac:chgData name="奕綸 洪" userId="a0d49cfeacbe7469" providerId="LiveId" clId="{BF1660DD-40BB-4F1C-B954-3993FF3F3F25}" dt="2026-09-25T06:59:43.529" v="2989" actId="255"/>
          <ac:spMkLst>
            <pc:docMk/>
            <pc:sldMk cId="776398129" sldId="273"/>
            <ac:spMk id="8" creationId="{C09EAC26-EFEB-D281-7AAC-5F4ACAB6FBA8}"/>
          </ac:spMkLst>
        </pc:spChg>
        <pc:spChg chg="mod">
          <ac:chgData name="奕綸 洪" userId="a0d49cfeacbe7469" providerId="LiveId" clId="{BF1660DD-40BB-4F1C-B954-3993FF3F3F25}" dt="2026-09-20T09:00:45.553" v="1929" actId="207"/>
          <ac:spMkLst>
            <pc:docMk/>
            <pc:sldMk cId="776398129" sldId="273"/>
            <ac:spMk id="10" creationId="{5E93469C-DE69-278A-8773-B3FC823448A2}"/>
          </ac:spMkLst>
        </pc:spChg>
        <pc:spChg chg="mod">
          <ac:chgData name="奕綸 洪" userId="a0d49cfeacbe7469" providerId="LiveId" clId="{BF1660DD-40BB-4F1C-B954-3993FF3F3F25}" dt="2026-09-20T09:23:59.339" v="2286" actId="20577"/>
          <ac:spMkLst>
            <pc:docMk/>
            <pc:sldMk cId="776398129" sldId="273"/>
            <ac:spMk id="11" creationId="{6EE9EBCD-B74A-3FDE-D296-9DD8A901E189}"/>
          </ac:spMkLst>
        </pc:spChg>
        <pc:spChg chg="add mod">
          <ac:chgData name="奕綸 洪" userId="a0d49cfeacbe7469" providerId="LiveId" clId="{BF1660DD-40BB-4F1C-B954-3993FF3F3F25}" dt="2026-09-25T06:59:37.060" v="2988" actId="255"/>
          <ac:spMkLst>
            <pc:docMk/>
            <pc:sldMk cId="776398129" sldId="273"/>
            <ac:spMk id="12" creationId="{BCC82E26-9161-A489-6C76-1000A7AEAA19}"/>
          </ac:spMkLst>
        </pc:spChg>
        <pc:spChg chg="mod">
          <ac:chgData name="奕綸 洪" userId="a0d49cfeacbe7469" providerId="LiveId" clId="{BF1660DD-40BB-4F1C-B954-3993FF3F3F25}" dt="2026-09-20T09:00:45.553" v="1929" actId="207"/>
          <ac:spMkLst>
            <pc:docMk/>
            <pc:sldMk cId="776398129" sldId="273"/>
            <ac:spMk id="14" creationId="{C6F65D7D-19F6-9E7D-CE78-4E050A70D6D2}"/>
          </ac:spMkLst>
        </pc:spChg>
        <pc:spChg chg="add mod">
          <ac:chgData name="奕綸 洪" userId="a0d49cfeacbe7469" providerId="LiveId" clId="{BF1660DD-40BB-4F1C-B954-3993FF3F3F25}" dt="2026-09-25T06:59:25.381" v="2986" actId="404"/>
          <ac:spMkLst>
            <pc:docMk/>
            <pc:sldMk cId="776398129" sldId="273"/>
            <ac:spMk id="16" creationId="{26EA4E02-4884-E1C6-403C-155A7B05F128}"/>
          </ac:spMkLst>
        </pc:spChg>
        <pc:spChg chg="mod">
          <ac:chgData name="奕綸 洪" userId="a0d49cfeacbe7469" providerId="LiveId" clId="{BF1660DD-40BB-4F1C-B954-3993FF3F3F25}" dt="2026-09-20T16:35:39.096" v="2831" actId="20577"/>
          <ac:spMkLst>
            <pc:docMk/>
            <pc:sldMk cId="776398129" sldId="273"/>
            <ac:spMk id="17" creationId="{F693363C-4656-1400-9A8A-DB1361DB2389}"/>
          </ac:spMkLst>
        </pc:spChg>
        <pc:spChg chg="mod">
          <ac:chgData name="奕綸 洪" userId="a0d49cfeacbe7469" providerId="LiveId" clId="{BF1660DD-40BB-4F1C-B954-3993FF3F3F25}" dt="2026-09-20T09:00:45.553" v="1929" actId="207"/>
          <ac:spMkLst>
            <pc:docMk/>
            <pc:sldMk cId="776398129" sldId="273"/>
            <ac:spMk id="18" creationId="{AE28DC38-4F99-793C-BC17-6789CB322EF1}"/>
          </ac:spMkLst>
        </pc:spChg>
        <pc:spChg chg="add mod">
          <ac:chgData name="奕綸 洪" userId="a0d49cfeacbe7469" providerId="LiveId" clId="{BF1660DD-40BB-4F1C-B954-3993FF3F3F25}" dt="2026-09-20T09:23:28.443" v="2274" actId="403"/>
          <ac:spMkLst>
            <pc:docMk/>
            <pc:sldMk cId="776398129" sldId="273"/>
            <ac:spMk id="20" creationId="{D12DFBED-D57C-CD5A-BBE7-5829072E1AB4}"/>
          </ac:spMkLst>
        </pc:spChg>
        <pc:spChg chg="add mod">
          <ac:chgData name="奕綸 洪" userId="a0d49cfeacbe7469" providerId="LiveId" clId="{BF1660DD-40BB-4F1C-B954-3993FF3F3F25}" dt="2026-09-20T09:01:23.846" v="1935" actId="2711"/>
          <ac:spMkLst>
            <pc:docMk/>
            <pc:sldMk cId="776398129" sldId="273"/>
            <ac:spMk id="22" creationId="{0F31CC3C-CDC9-9F16-4CCE-1E4082526AF0}"/>
          </ac:spMkLst>
        </pc:spChg>
        <pc:spChg chg="add mod">
          <ac:chgData name="奕綸 洪" userId="a0d49cfeacbe7469" providerId="LiveId" clId="{BF1660DD-40BB-4F1C-B954-3993FF3F3F25}" dt="2026-09-20T09:02:24.606" v="1944" actId="207"/>
          <ac:spMkLst>
            <pc:docMk/>
            <pc:sldMk cId="776398129" sldId="273"/>
            <ac:spMk id="24" creationId="{1033E9B7-6713-A9F1-B97B-4F11B8864487}"/>
          </ac:spMkLst>
        </pc:spChg>
        <pc:spChg chg="add mod">
          <ac:chgData name="奕綸 洪" userId="a0d49cfeacbe7469" providerId="LiveId" clId="{BF1660DD-40BB-4F1C-B954-3993FF3F3F25}" dt="2026-09-20T09:02:24.606" v="1944" actId="207"/>
          <ac:spMkLst>
            <pc:docMk/>
            <pc:sldMk cId="776398129" sldId="273"/>
            <ac:spMk id="26" creationId="{83F318B4-0C09-A3E3-2A95-5DEAD075942B}"/>
          </ac:spMkLst>
        </pc:spChg>
        <pc:spChg chg="add mod">
          <ac:chgData name="奕綸 洪" userId="a0d49cfeacbe7469" providerId="LiveId" clId="{BF1660DD-40BB-4F1C-B954-3993FF3F3F25}" dt="2026-09-20T09:02:24.606" v="1944" actId="207"/>
          <ac:spMkLst>
            <pc:docMk/>
            <pc:sldMk cId="776398129" sldId="273"/>
            <ac:spMk id="28" creationId="{C0D5066C-069D-EED2-0BB7-020BBF102ACC}"/>
          </ac:spMkLst>
        </pc:spChg>
        <pc:spChg chg="mod">
          <ac:chgData name="奕綸 洪" userId="a0d49cfeacbe7469" providerId="LiveId" clId="{BF1660DD-40BB-4F1C-B954-3993FF3F3F25}" dt="2026-09-20T09:02:24.606" v="1944" actId="207"/>
          <ac:spMkLst>
            <pc:docMk/>
            <pc:sldMk cId="776398129" sldId="273"/>
            <ac:spMk id="30" creationId="{11E897CE-2747-FA65-F427-C4593BF0BCE5}"/>
          </ac:spMkLst>
        </pc:spChg>
        <pc:spChg chg="add mod">
          <ac:chgData name="奕綸 洪" userId="a0d49cfeacbe7469" providerId="LiveId" clId="{BF1660DD-40BB-4F1C-B954-3993FF3F3F25}" dt="2026-09-25T06:43:40.068" v="2972" actId="1076"/>
          <ac:spMkLst>
            <pc:docMk/>
            <pc:sldMk cId="776398129" sldId="273"/>
            <ac:spMk id="35" creationId="{8D1BF82A-5DDB-3EE9-2C2C-D2407F20F9A4}"/>
          </ac:spMkLst>
        </pc:spChg>
        <pc:spChg chg="add mod">
          <ac:chgData name="奕綸 洪" userId="a0d49cfeacbe7469" providerId="LiveId" clId="{BF1660DD-40BB-4F1C-B954-3993FF3F3F25}" dt="2026-09-20T16:35:35.676" v="2829" actId="20577"/>
          <ac:spMkLst>
            <pc:docMk/>
            <pc:sldMk cId="776398129" sldId="273"/>
            <ac:spMk id="37" creationId="{D690AE2A-2E3D-FCCE-D905-43FE85FD883B}"/>
          </ac:spMkLst>
        </pc:spChg>
        <pc:grpChg chg="add mod">
          <ac:chgData name="奕綸 洪" userId="a0d49cfeacbe7469" providerId="LiveId" clId="{BF1660DD-40BB-4F1C-B954-3993FF3F3F25}" dt="2026-09-25T06:59:54.188" v="2991" actId="1076"/>
          <ac:grpSpMkLst>
            <pc:docMk/>
            <pc:sldMk cId="776398129" sldId="273"/>
            <ac:grpSpMk id="9" creationId="{6895C3F2-53B8-CF56-4304-E861A8088529}"/>
          </ac:grpSpMkLst>
        </pc:grpChg>
        <pc:grpChg chg="add mod">
          <ac:chgData name="奕綸 洪" userId="a0d49cfeacbe7469" providerId="LiveId" clId="{BF1660DD-40BB-4F1C-B954-3993FF3F3F25}" dt="2026-09-20T16:35:20.348" v="2825" actId="14100"/>
          <ac:grpSpMkLst>
            <pc:docMk/>
            <pc:sldMk cId="776398129" sldId="273"/>
            <ac:grpSpMk id="15" creationId="{AF81C0F2-C59A-3BE9-0A34-EA97B8BAB339}"/>
          </ac:grpSpMkLst>
        </pc:grpChg>
        <pc:grpChg chg="add mod">
          <ac:chgData name="奕綸 洪" userId="a0d49cfeacbe7469" providerId="LiveId" clId="{BF1660DD-40BB-4F1C-B954-3993FF3F3F25}" dt="2026-09-25T06:59:50.150" v="2990" actId="1076"/>
          <ac:grpSpMkLst>
            <pc:docMk/>
            <pc:sldMk cId="776398129" sldId="273"/>
            <ac:grpSpMk id="47" creationId="{092C354F-B5A7-67C7-D810-5B1BC1FE47B9}"/>
          </ac:grpSpMkLst>
        </pc:grpChg>
        <pc:picChg chg="add del">
          <ac:chgData name="奕綸 洪" userId="a0d49cfeacbe7469" providerId="LiveId" clId="{BF1660DD-40BB-4F1C-B954-3993FF3F3F25}" dt="2026-09-25T06:43:36.654" v="2970" actId="22"/>
          <ac:picMkLst>
            <pc:docMk/>
            <pc:sldMk cId="776398129" sldId="273"/>
            <ac:picMk id="5" creationId="{B521A42D-CA1F-751B-F7E4-44797E368AF8}"/>
          </ac:picMkLst>
        </pc:picChg>
        <pc:cxnChg chg="mod">
          <ac:chgData name="奕綸 洪" userId="a0d49cfeacbe7469" providerId="LiveId" clId="{BF1660DD-40BB-4F1C-B954-3993FF3F3F25}" dt="2026-09-20T13:43:08.969" v="2473" actId="1582"/>
          <ac:cxnSpMkLst>
            <pc:docMk/>
            <pc:sldMk cId="776398129" sldId="273"/>
            <ac:cxnSpMk id="13" creationId="{64232907-76CA-0896-35C7-551C32A9620E}"/>
          </ac:cxnSpMkLst>
        </pc:cxnChg>
        <pc:cxnChg chg="mod">
          <ac:chgData name="奕綸 洪" userId="a0d49cfeacbe7469" providerId="LiveId" clId="{BF1660DD-40BB-4F1C-B954-3993FF3F3F25}" dt="2026-09-20T16:35:23.929" v="2826" actId="14100"/>
          <ac:cxnSpMkLst>
            <pc:docMk/>
            <pc:sldMk cId="776398129" sldId="273"/>
            <ac:cxnSpMk id="19" creationId="{CEDC86FF-DFD8-1E8F-84FF-6414BE91B695}"/>
          </ac:cxnSpMkLst>
        </pc:cxnChg>
        <pc:cxnChg chg="add mod">
          <ac:chgData name="奕綸 洪" userId="a0d49cfeacbe7469" providerId="LiveId" clId="{BF1660DD-40BB-4F1C-B954-3993FF3F3F25}" dt="2026-09-25T06:59:37.060" v="2988" actId="255"/>
          <ac:cxnSpMkLst>
            <pc:docMk/>
            <pc:sldMk cId="776398129" sldId="273"/>
            <ac:cxnSpMk id="39" creationId="{FE033255-6DF8-DD4F-AC87-F9936B53457A}"/>
          </ac:cxnSpMkLst>
        </pc:cxnChg>
      </pc:sldChg>
      <pc:sldChg chg="addSp delSp modSp mod modClrScheme chgLayout modNotesTx">
        <pc:chgData name="奕綸 洪" userId="a0d49cfeacbe7469" providerId="LiveId" clId="{BF1660DD-40BB-4F1C-B954-3993FF3F3F25}" dt="2026-09-26T05:54:13.141" v="3020" actId="1035"/>
        <pc:sldMkLst>
          <pc:docMk/>
          <pc:sldMk cId="0" sldId="275"/>
        </pc:sldMkLst>
        <pc:spChg chg="mod ord">
          <ac:chgData name="奕綸 洪" userId="a0d49cfeacbe7469" providerId="LiveId" clId="{BF1660DD-40BB-4F1C-B954-3993FF3F3F25}" dt="2026-09-26T05:53:41.756" v="2999" actId="700"/>
          <ac:spMkLst>
            <pc:docMk/>
            <pc:sldMk cId="0" sldId="275"/>
            <ac:spMk id="2" creationId="{F96CD72B-842D-356C-3685-BECBDA910401}"/>
          </ac:spMkLst>
        </pc:spChg>
        <pc:spChg chg="add del mod">
          <ac:chgData name="奕綸 洪" userId="a0d49cfeacbe7469" providerId="LiveId" clId="{BF1660DD-40BB-4F1C-B954-3993FF3F3F25}" dt="2026-09-25T07:47:25.475" v="2994"/>
          <ac:spMkLst>
            <pc:docMk/>
            <pc:sldMk cId="0" sldId="275"/>
            <ac:spMk id="3" creationId="{C7BA4D27-7933-F756-9227-C30B7FB882D3}"/>
          </ac:spMkLst>
        </pc:spChg>
        <pc:spChg chg="mod ord">
          <ac:chgData name="奕綸 洪" userId="a0d49cfeacbe7469" providerId="LiveId" clId="{BF1660DD-40BB-4F1C-B954-3993FF3F3F25}" dt="2026-09-26T05:53:41.756" v="2999" actId="700"/>
          <ac:spMkLst>
            <pc:docMk/>
            <pc:sldMk cId="0" sldId="275"/>
            <ac:spMk id="5" creationId="{73E2B023-706F-17CE-E5A7-CD71773B10AB}"/>
          </ac:spMkLst>
        </pc:spChg>
        <pc:spChg chg="mod">
          <ac:chgData name="奕綸 洪" userId="a0d49cfeacbe7469" providerId="LiveId" clId="{BF1660DD-40BB-4F1C-B954-3993FF3F3F25}" dt="2026-09-20T14:45:43.141" v="2496"/>
          <ac:spMkLst>
            <pc:docMk/>
            <pc:sldMk cId="0" sldId="275"/>
            <ac:spMk id="6" creationId="{99201E13-37DC-D684-8E9C-300BC6F1A814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7" creationId="{2B38E0B9-19CD-A8B9-C651-FEA742F1632D}"/>
          </ac:spMkLst>
        </pc:spChg>
        <pc:spChg chg="mod">
          <ac:chgData name="奕綸 洪" userId="a0d49cfeacbe7469" providerId="LiveId" clId="{BF1660DD-40BB-4F1C-B954-3993FF3F3F25}" dt="2026-09-20T16:25:06.232" v="2779" actId="207"/>
          <ac:spMkLst>
            <pc:docMk/>
            <pc:sldMk cId="0" sldId="275"/>
            <ac:spMk id="8" creationId="{6DDF8EC2-B455-805D-77E0-E219814E1527}"/>
          </ac:spMkLst>
        </pc:spChg>
        <pc:spChg chg="mod">
          <ac:chgData name="奕綸 洪" userId="a0d49cfeacbe7469" providerId="LiveId" clId="{BF1660DD-40BB-4F1C-B954-3993FF3F3F25}" dt="2026-09-20T14:56:06.871" v="2543" actId="14100"/>
          <ac:spMkLst>
            <pc:docMk/>
            <pc:sldMk cId="0" sldId="275"/>
            <ac:spMk id="9" creationId="{22A5A8D8-01FA-9AEB-B0E0-6777A9B52B26}"/>
          </ac:spMkLst>
        </pc:spChg>
        <pc:spChg chg="mod">
          <ac:chgData name="奕綸 洪" userId="a0d49cfeacbe7469" providerId="LiveId" clId="{BF1660DD-40BB-4F1C-B954-3993FF3F3F25}" dt="2026-09-20T16:25:06.232" v="2779" actId="207"/>
          <ac:spMkLst>
            <pc:docMk/>
            <pc:sldMk cId="0" sldId="275"/>
            <ac:spMk id="10" creationId="{E2A8A4FD-0CAE-E95A-603F-74DC58C179B2}"/>
          </ac:spMkLst>
        </pc:spChg>
        <pc:spChg chg="mod">
          <ac:chgData name="奕綸 洪" userId="a0d49cfeacbe7469" providerId="LiveId" clId="{BF1660DD-40BB-4F1C-B954-3993FF3F3F25}" dt="2026-09-20T16:25:06.232" v="2779" actId="207"/>
          <ac:spMkLst>
            <pc:docMk/>
            <pc:sldMk cId="0" sldId="275"/>
            <ac:spMk id="11" creationId="{4E5961E0-1082-BFC5-97B1-65BE31DC45E6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13" creationId="{366B15EB-D6F5-03BE-9870-CF64F33E9AAB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15" creationId="{69F370F0-4C9D-680F-D500-DBF4A26F90F7}"/>
          </ac:spMkLst>
        </pc:spChg>
        <pc:spChg chg="mod">
          <ac:chgData name="奕綸 洪" userId="a0d49cfeacbe7469" providerId="LiveId" clId="{BF1660DD-40BB-4F1C-B954-3993FF3F3F25}" dt="2026-09-20T14:49:47.328" v="2513" actId="14100"/>
          <ac:spMkLst>
            <pc:docMk/>
            <pc:sldMk cId="0" sldId="275"/>
            <ac:spMk id="17" creationId="{97AA00CB-B3C2-78EA-7A7D-274C5AB7EECF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18" creationId="{FF89FE95-6C24-634B-CF61-1CF9F32D31D5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20" creationId="{A52FBE24-CD01-E301-5225-8E77A4FDCEC1}"/>
          </ac:spMkLst>
        </pc:spChg>
        <pc:spChg chg="add mod">
          <ac:chgData name="奕綸 洪" userId="a0d49cfeacbe7469" providerId="LiveId" clId="{BF1660DD-40BB-4F1C-B954-3993FF3F3F25}" dt="2026-09-20T14:55:48.695" v="2540" actId="1076"/>
          <ac:spMkLst>
            <pc:docMk/>
            <pc:sldMk cId="0" sldId="275"/>
            <ac:spMk id="22" creationId="{07B9900E-8902-1418-3612-4BEDE731CECC}"/>
          </ac:spMkLst>
        </pc:spChg>
        <pc:spChg chg="add mod">
          <ac:chgData name="奕綸 洪" userId="a0d49cfeacbe7469" providerId="LiveId" clId="{BF1660DD-40BB-4F1C-B954-3993FF3F3F25}" dt="2026-09-20T14:55:48.695" v="2540" actId="1076"/>
          <ac:spMkLst>
            <pc:docMk/>
            <pc:sldMk cId="0" sldId="275"/>
            <ac:spMk id="24" creationId="{847EA612-31E6-C035-5FE8-CB515D1239CC}"/>
          </ac:spMkLst>
        </pc:spChg>
        <pc:spChg chg="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26" creationId="{15128A49-EFCC-98B3-77C1-DCBDF35D1490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28" creationId="{40BCF483-193D-9C87-B993-40A85533C803}"/>
          </ac:spMkLst>
        </pc:spChg>
        <pc:spChg chg="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30" creationId="{7D647FCE-B37C-8485-E668-3A10D9BF3D52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32" creationId="{BE241CD9-D6B3-F540-675C-60BD2E6C5692}"/>
          </ac:spMkLst>
        </pc:spChg>
        <pc:spChg chg="add mod">
          <ac:chgData name="奕綸 洪" userId="a0d49cfeacbe7469" providerId="LiveId" clId="{BF1660DD-40BB-4F1C-B954-3993FF3F3F25}" dt="2026-09-26T05:54:13.141" v="3020" actId="1035"/>
          <ac:spMkLst>
            <pc:docMk/>
            <pc:sldMk cId="0" sldId="275"/>
            <ac:spMk id="34" creationId="{A3A73844-2300-27A5-54AC-E1D1983698AC}"/>
          </ac:spMkLst>
        </pc:spChg>
        <pc:spChg chg="add mod">
          <ac:chgData name="奕綸 洪" userId="a0d49cfeacbe7469" providerId="LiveId" clId="{BF1660DD-40BB-4F1C-B954-3993FF3F3F25}" dt="2026-09-20T14:59:00.591" v="2564" actId="1076"/>
          <ac:spMkLst>
            <pc:docMk/>
            <pc:sldMk cId="0" sldId="275"/>
            <ac:spMk id="36" creationId="{29D2688A-EF2F-4883-7805-F9C7048C9C94}"/>
          </ac:spMkLst>
        </pc:spChg>
        <pc:spChg chg="add mod">
          <ac:chgData name="奕綸 洪" userId="a0d49cfeacbe7469" providerId="LiveId" clId="{BF1660DD-40BB-4F1C-B954-3993FF3F3F25}" dt="2026-09-20T16:25:06.232" v="2779" actId="207"/>
          <ac:spMkLst>
            <pc:docMk/>
            <pc:sldMk cId="0" sldId="275"/>
            <ac:spMk id="39" creationId="{84117D11-1496-33DE-4BBD-646C16880078}"/>
          </ac:spMkLst>
        </pc:spChg>
      </pc:sldChg>
      <pc:sldChg chg="addSp delSp modSp mod modNotesTx">
        <pc:chgData name="奕綸 洪" userId="a0d49cfeacbe7469" providerId="LiveId" clId="{BF1660DD-40BB-4F1C-B954-3993FF3F3F25}" dt="2026-09-26T05:56:01.353" v="3021" actId="767"/>
        <pc:sldMkLst>
          <pc:docMk/>
          <pc:sldMk cId="0" sldId="276"/>
        </pc:sldMkLst>
        <pc:spChg chg="mod">
          <ac:chgData name="奕綸 洪" userId="a0d49cfeacbe7469" providerId="LiveId" clId="{BF1660DD-40BB-4F1C-B954-3993FF3F3F25}" dt="2026-09-20T16:17:51.392" v="2745" actId="20577"/>
          <ac:spMkLst>
            <pc:docMk/>
            <pc:sldMk cId="0" sldId="276"/>
            <ac:spMk id="2" creationId="{F96CD72B-842D-356C-3685-BECBDA910401}"/>
          </ac:spMkLst>
        </pc:spChg>
        <pc:spChg chg="add mod">
          <ac:chgData name="奕綸 洪" userId="a0d49cfeacbe7469" providerId="LiveId" clId="{BF1660DD-40BB-4F1C-B954-3993FF3F3F25}" dt="2026-09-26T05:56:01.353" v="3021" actId="767"/>
          <ac:spMkLst>
            <pc:docMk/>
            <pc:sldMk cId="0" sldId="276"/>
            <ac:spMk id="3" creationId="{84CCF6FD-D6B7-9E1A-2B52-B67CAF909025}"/>
          </ac:spMkLst>
        </pc:spChg>
        <pc:spChg chg="mod">
          <ac:chgData name="奕綸 洪" userId="a0d49cfeacbe7469" providerId="LiveId" clId="{BF1660DD-40BB-4F1C-B954-3993FF3F3F25}" dt="2026-09-20T15:22:54.440" v="2602"/>
          <ac:spMkLst>
            <pc:docMk/>
            <pc:sldMk cId="0" sldId="276"/>
            <ac:spMk id="6" creationId="{99201E13-37DC-D684-8E9C-300BC6F1A814}"/>
          </ac:spMkLst>
        </pc:spChg>
        <pc:spChg chg="add mod">
          <ac:chgData name="奕綸 洪" userId="a0d49cfeacbe7469" providerId="LiveId" clId="{BF1660DD-40BB-4F1C-B954-3993FF3F3F25}" dt="2026-09-20T15:23:24.775" v="2611" actId="20577"/>
          <ac:spMkLst>
            <pc:docMk/>
            <pc:sldMk cId="0" sldId="276"/>
            <ac:spMk id="7" creationId="{6E34DEB5-B504-91A8-CDFD-C67165DD75AC}"/>
          </ac:spMkLst>
        </pc:spChg>
        <pc:spChg chg="add del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13" creationId="{E23C6314-868B-EAA9-675E-903248E70B5C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14" creationId="{5BC33094-9C6F-89B8-E790-FED6E9A101A0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18" creationId="{7562CA35-686E-A16F-A7AD-3A83944D0332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19" creationId="{849CEA55-6A8C-C444-269E-55FF4691A193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20" creationId="{F460F6F0-FD40-135E-0A09-AF73C9C19BB2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21" creationId="{A112B954-CFD9-82F4-DA2A-01ACD4E9E8CA}"/>
          </ac:spMkLst>
        </pc:spChg>
        <pc:spChg chg="add mod">
          <ac:chgData name="奕綸 洪" userId="a0d49cfeacbe7469" providerId="LiveId" clId="{BF1660DD-40BB-4F1C-B954-3993FF3F3F25}" dt="2026-09-20T15:33:54.907" v="2727" actId="1076"/>
          <ac:spMkLst>
            <pc:docMk/>
            <pc:sldMk cId="0" sldId="276"/>
            <ac:spMk id="22" creationId="{F8CDADEC-C4E9-25B4-349F-D32C88289C65}"/>
          </ac:spMkLst>
        </pc:spChg>
        <pc:spChg chg="add mod ord">
          <ac:chgData name="奕綸 洪" userId="a0d49cfeacbe7469" providerId="LiveId" clId="{BF1660DD-40BB-4F1C-B954-3993FF3F3F25}" dt="2026-09-20T16:21:29.094" v="2754" actId="1076"/>
          <ac:spMkLst>
            <pc:docMk/>
            <pc:sldMk cId="0" sldId="276"/>
            <ac:spMk id="24" creationId="{05B9DD85-1A1C-097A-F38D-958805FDF82B}"/>
          </ac:spMkLst>
        </pc:spChg>
        <pc:spChg chg="add mod">
          <ac:chgData name="奕綸 洪" userId="a0d49cfeacbe7469" providerId="LiveId" clId="{BF1660DD-40BB-4F1C-B954-3993FF3F3F25}" dt="2026-09-20T15:33:43.226" v="2726"/>
          <ac:spMkLst>
            <pc:docMk/>
            <pc:sldMk cId="0" sldId="276"/>
            <ac:spMk id="29" creationId="{EC6D9D18-F7EF-F5A8-2961-7B2F35CF6050}"/>
          </ac:spMkLst>
        </pc:spChg>
        <pc:spChg chg="add mod">
          <ac:chgData name="奕綸 洪" userId="a0d49cfeacbe7469" providerId="LiveId" clId="{BF1660DD-40BB-4F1C-B954-3993FF3F3F25}" dt="2026-09-20T15:33:36.719" v="2725"/>
          <ac:spMkLst>
            <pc:docMk/>
            <pc:sldMk cId="0" sldId="276"/>
            <ac:spMk id="31" creationId="{8539250D-787C-FCD4-48E6-056895A6FC54}"/>
          </ac:spMkLst>
        </pc:spChg>
        <pc:spChg chg="add mod">
          <ac:chgData name="奕綸 洪" userId="a0d49cfeacbe7469" providerId="LiveId" clId="{BF1660DD-40BB-4F1C-B954-3993FF3F3F25}" dt="2026-09-20T16:25:37.185" v="2781" actId="207"/>
          <ac:spMkLst>
            <pc:docMk/>
            <pc:sldMk cId="0" sldId="276"/>
            <ac:spMk id="32" creationId="{146975F3-DC74-F9D3-21CA-DD3A076A9251}"/>
          </ac:spMkLst>
        </pc:spChg>
        <pc:spChg chg="add mod">
          <ac:chgData name="奕綸 洪" userId="a0d49cfeacbe7469" providerId="LiveId" clId="{BF1660DD-40BB-4F1C-B954-3993FF3F3F25}" dt="2026-09-20T16:22:34.021" v="2771" actId="14100"/>
          <ac:spMkLst>
            <pc:docMk/>
            <pc:sldMk cId="0" sldId="276"/>
            <ac:spMk id="33" creationId="{DD1A003C-69E4-C0D6-A6F4-2D4AA96B8109}"/>
          </ac:spMkLst>
        </pc:spChg>
        <pc:spChg chg="add mod">
          <ac:chgData name="奕綸 洪" userId="a0d49cfeacbe7469" providerId="LiveId" clId="{BF1660DD-40BB-4F1C-B954-3993FF3F3F25}" dt="2026-09-20T15:37:50.656" v="2736"/>
          <ac:spMkLst>
            <pc:docMk/>
            <pc:sldMk cId="0" sldId="276"/>
            <ac:spMk id="34" creationId="{1A824724-16AE-FFC5-EAA7-2C978334067D}"/>
          </ac:spMkLst>
        </pc:spChg>
      </pc:sldChg>
      <pc:sldChg chg="addSp delSp modSp add mod">
        <pc:chgData name="奕綸 洪" userId="a0d49cfeacbe7469" providerId="LiveId" clId="{BF1660DD-40BB-4F1C-B954-3993FF3F3F25}" dt="2026-09-25T06:43:43.437" v="2974" actId="22"/>
        <pc:sldMkLst>
          <pc:docMk/>
          <pc:sldMk cId="1672816737" sldId="279"/>
        </pc:sldMkLst>
        <pc:spChg chg="mod">
          <ac:chgData name="奕綸 洪" userId="a0d49cfeacbe7469" providerId="LiveId" clId="{BF1660DD-40BB-4F1C-B954-3993FF3F3F25}" dt="2026-09-20T10:09:12.903" v="2322" actId="1076"/>
          <ac:spMkLst>
            <pc:docMk/>
            <pc:sldMk cId="1672816737" sldId="279"/>
            <ac:spMk id="6" creationId="{2EE52AA0-CCC6-BB85-EE32-5A468C67029B}"/>
          </ac:spMkLst>
        </pc:spChg>
        <pc:spChg chg="add mod">
          <ac:chgData name="奕綸 洪" userId="a0d49cfeacbe7469" providerId="LiveId" clId="{BF1660DD-40BB-4F1C-B954-3993FF3F3F25}" dt="2026-09-20T10:11:07.866" v="2337" actId="1076"/>
          <ac:spMkLst>
            <pc:docMk/>
            <pc:sldMk cId="1672816737" sldId="279"/>
            <ac:spMk id="15" creationId="{3E8B7410-BD0D-9883-1E6A-04FDFF080B10}"/>
          </ac:spMkLst>
        </pc:spChg>
        <pc:spChg chg="mod">
          <ac:chgData name="奕綸 洪" userId="a0d49cfeacbe7469" providerId="LiveId" clId="{BF1660DD-40BB-4F1C-B954-3993FF3F3F25}" dt="2026-09-20T10:11:07.866" v="2337" actId="1076"/>
          <ac:spMkLst>
            <pc:docMk/>
            <pc:sldMk cId="1672816737" sldId="279"/>
            <ac:spMk id="18" creationId="{A9279F5D-1747-E78B-8EC2-99D39A91CFE1}"/>
          </ac:spMkLst>
        </pc:spChg>
        <pc:spChg chg="add mod">
          <ac:chgData name="奕綸 洪" userId="a0d49cfeacbe7469" providerId="LiveId" clId="{BF1660DD-40BB-4F1C-B954-3993FF3F3F25}" dt="2026-09-20T10:13:10.920" v="2347" actId="207"/>
          <ac:spMkLst>
            <pc:docMk/>
            <pc:sldMk cId="1672816737" sldId="279"/>
            <ac:spMk id="20" creationId="{632FBBE1-D57F-8D8E-0BAC-1A6FB90DB63F}"/>
          </ac:spMkLst>
        </pc:spChg>
        <pc:spChg chg="add mod">
          <ac:chgData name="奕綸 洪" userId="a0d49cfeacbe7469" providerId="LiveId" clId="{BF1660DD-40BB-4F1C-B954-3993FF3F3F25}" dt="2026-09-20T10:10:41.402" v="2332" actId="1076"/>
          <ac:spMkLst>
            <pc:docMk/>
            <pc:sldMk cId="1672816737" sldId="279"/>
            <ac:spMk id="22" creationId="{7962B8B3-594C-9A34-44BF-92C536F5B7FD}"/>
          </ac:spMkLst>
        </pc:spChg>
        <pc:spChg chg="add mod">
          <ac:chgData name="奕綸 洪" userId="a0d49cfeacbe7469" providerId="LiveId" clId="{BF1660DD-40BB-4F1C-B954-3993FF3F3F25}" dt="2026-09-20T10:13:10.920" v="2347" actId="207"/>
          <ac:spMkLst>
            <pc:docMk/>
            <pc:sldMk cId="1672816737" sldId="279"/>
            <ac:spMk id="24" creationId="{027E72C7-BE3A-5312-7669-65771F5B43A7}"/>
          </ac:spMkLst>
        </pc:spChg>
        <pc:spChg chg="add mod">
          <ac:chgData name="奕綸 洪" userId="a0d49cfeacbe7469" providerId="LiveId" clId="{BF1660DD-40BB-4F1C-B954-3993FF3F3F25}" dt="2026-09-20T10:11:07.866" v="2337" actId="1076"/>
          <ac:spMkLst>
            <pc:docMk/>
            <pc:sldMk cId="1672816737" sldId="279"/>
            <ac:spMk id="26" creationId="{346CAC7B-4BA8-2A1A-C15E-B00949BB5E23}"/>
          </ac:spMkLst>
        </pc:spChg>
        <pc:spChg chg="add mod">
          <ac:chgData name="奕綸 洪" userId="a0d49cfeacbe7469" providerId="LiveId" clId="{BF1660DD-40BB-4F1C-B954-3993FF3F3F25}" dt="2026-09-20T10:13:10.920" v="2347" actId="207"/>
          <ac:spMkLst>
            <pc:docMk/>
            <pc:sldMk cId="1672816737" sldId="279"/>
            <ac:spMk id="28" creationId="{ED5F227D-6579-9F78-08F3-283020F3A53A}"/>
          </ac:spMkLst>
        </pc:spChg>
        <pc:spChg chg="add mod">
          <ac:chgData name="奕綸 洪" userId="a0d49cfeacbe7469" providerId="LiveId" clId="{BF1660DD-40BB-4F1C-B954-3993FF3F3F25}" dt="2026-09-20T10:11:07.866" v="2337" actId="1076"/>
          <ac:spMkLst>
            <pc:docMk/>
            <pc:sldMk cId="1672816737" sldId="279"/>
            <ac:spMk id="30" creationId="{0FA50A6F-642F-97B3-3E59-E81B93637ADC}"/>
          </ac:spMkLst>
        </pc:spChg>
        <pc:spChg chg="add mod">
          <ac:chgData name="奕綸 洪" userId="a0d49cfeacbe7469" providerId="LiveId" clId="{BF1660DD-40BB-4F1C-B954-3993FF3F3F25}" dt="2026-09-20T10:13:10.920" v="2347" actId="207"/>
          <ac:spMkLst>
            <pc:docMk/>
            <pc:sldMk cId="1672816737" sldId="279"/>
            <ac:spMk id="32" creationId="{2C3CC006-5867-897B-90E6-8BD50ED40F9E}"/>
          </ac:spMkLst>
        </pc:spChg>
        <pc:spChg chg="add mod">
          <ac:chgData name="奕綸 洪" userId="a0d49cfeacbe7469" providerId="LiveId" clId="{BF1660DD-40BB-4F1C-B954-3993FF3F3F25}" dt="2026-09-20T10:11:07.866" v="2337" actId="1076"/>
          <ac:spMkLst>
            <pc:docMk/>
            <pc:sldMk cId="1672816737" sldId="279"/>
            <ac:spMk id="34" creationId="{81FA34D8-B7CF-9705-AB55-879E55AAF970}"/>
          </ac:spMkLst>
        </pc:spChg>
        <pc:spChg chg="add mod">
          <ac:chgData name="奕綸 洪" userId="a0d49cfeacbe7469" providerId="LiveId" clId="{BF1660DD-40BB-4F1C-B954-3993FF3F3F25}" dt="2026-09-20T10:13:10.920" v="2347" actId="207"/>
          <ac:spMkLst>
            <pc:docMk/>
            <pc:sldMk cId="1672816737" sldId="279"/>
            <ac:spMk id="36" creationId="{305235FA-84DB-51DF-12D7-145CE52A06F7}"/>
          </ac:spMkLst>
        </pc:spChg>
        <pc:spChg chg="add mod">
          <ac:chgData name="奕綸 洪" userId="a0d49cfeacbe7469" providerId="LiveId" clId="{BF1660DD-40BB-4F1C-B954-3993FF3F3F25}" dt="2026-09-20T10:17:16.173" v="2391" actId="113"/>
          <ac:spMkLst>
            <pc:docMk/>
            <pc:sldMk cId="1672816737" sldId="279"/>
            <ac:spMk id="38" creationId="{4D9428DB-692B-454C-88A1-7F342D007426}"/>
          </ac:spMkLst>
        </pc:spChg>
        <pc:spChg chg="add mod">
          <ac:chgData name="奕綸 洪" userId="a0d49cfeacbe7469" providerId="LiveId" clId="{BF1660DD-40BB-4F1C-B954-3993FF3F3F25}" dt="2026-09-20T10:15:35.316" v="2379" actId="1076"/>
          <ac:spMkLst>
            <pc:docMk/>
            <pc:sldMk cId="1672816737" sldId="279"/>
            <ac:spMk id="40" creationId="{D088B4F5-0CFB-320C-060F-69BFDC8DEF86}"/>
          </ac:spMkLst>
        </pc:spChg>
        <pc:spChg chg="add mod">
          <ac:chgData name="奕綸 洪" userId="a0d49cfeacbe7469" providerId="LiveId" clId="{BF1660DD-40BB-4F1C-B954-3993FF3F3F25}" dt="2026-09-20T10:12:34.680" v="2345" actId="207"/>
          <ac:spMkLst>
            <pc:docMk/>
            <pc:sldMk cId="1672816737" sldId="279"/>
            <ac:spMk id="42" creationId="{EFA82C2B-3D65-D748-52BF-747553206994}"/>
          </ac:spMkLst>
        </pc:spChg>
        <pc:spChg chg="add mod">
          <ac:chgData name="奕綸 洪" userId="a0d49cfeacbe7469" providerId="LiveId" clId="{BF1660DD-40BB-4F1C-B954-3993FF3F3F25}" dt="2026-09-20T10:13:19.678" v="2348" actId="207"/>
          <ac:spMkLst>
            <pc:docMk/>
            <pc:sldMk cId="1672816737" sldId="279"/>
            <ac:spMk id="44" creationId="{E01D0026-0466-2D70-F56A-065ABED1DE35}"/>
          </ac:spMkLst>
        </pc:spChg>
        <pc:spChg chg="add mod">
          <ac:chgData name="奕綸 洪" userId="a0d49cfeacbe7469" providerId="LiveId" clId="{BF1660DD-40BB-4F1C-B954-3993FF3F3F25}" dt="2026-09-20T10:12:52.781" v="2346" actId="207"/>
          <ac:spMkLst>
            <pc:docMk/>
            <pc:sldMk cId="1672816737" sldId="279"/>
            <ac:spMk id="46" creationId="{89C55D28-28EE-C068-C756-394E1794D600}"/>
          </ac:spMkLst>
        </pc:spChg>
        <pc:spChg chg="add mod ord">
          <ac:chgData name="奕綸 洪" userId="a0d49cfeacbe7469" providerId="LiveId" clId="{BF1660DD-40BB-4F1C-B954-3993FF3F3F25}" dt="2026-09-20T14:01:40.762" v="2476" actId="14100"/>
          <ac:spMkLst>
            <pc:docMk/>
            <pc:sldMk cId="1672816737" sldId="279"/>
            <ac:spMk id="48" creationId="{2D3E288D-01A4-95D6-D02B-AFF852ADC288}"/>
          </ac:spMkLst>
        </pc:spChg>
        <pc:picChg chg="add del ord">
          <ac:chgData name="奕綸 洪" userId="a0d49cfeacbe7469" providerId="LiveId" clId="{BF1660DD-40BB-4F1C-B954-3993FF3F3F25}" dt="2026-09-25T06:43:43.437" v="2974" actId="22"/>
          <ac:picMkLst>
            <pc:docMk/>
            <pc:sldMk cId="1672816737" sldId="279"/>
            <ac:picMk id="3" creationId="{980FC29B-B642-F179-7AB0-5DE8BB84FF42}"/>
          </ac:picMkLst>
        </pc:picChg>
        <pc:picChg chg="mod ord">
          <ac:chgData name="奕綸 洪" userId="a0d49cfeacbe7469" providerId="LiveId" clId="{BF1660DD-40BB-4F1C-B954-3993FF3F3F25}" dt="2026-09-20T14:01:34.019" v="2475" actId="14861"/>
          <ac:picMkLst>
            <pc:docMk/>
            <pc:sldMk cId="1672816737" sldId="279"/>
            <ac:picMk id="13" creationId="{0A9C69C6-4883-CB96-65C5-F40255BAE197}"/>
          </ac:picMkLst>
        </pc:picChg>
      </pc:sldChg>
      <pc:sldChg chg="addSp delSp modSp add mod modNotesTx">
        <pc:chgData name="奕綸 洪" userId="a0d49cfeacbe7469" providerId="LiveId" clId="{BF1660DD-40BB-4F1C-B954-3993FF3F3F25}" dt="2026-09-20T16:35:56.050" v="2832" actId="478"/>
        <pc:sldMkLst>
          <pc:docMk/>
          <pc:sldMk cId="1711581464" sldId="280"/>
        </pc:sldMkLst>
        <pc:spChg chg="mod">
          <ac:chgData name="奕綸 洪" userId="a0d49cfeacbe7469" providerId="LiveId" clId="{BF1660DD-40BB-4F1C-B954-3993FF3F3F25}" dt="2026-09-20T16:25:17.078" v="2780" actId="207"/>
          <ac:spMkLst>
            <pc:docMk/>
            <pc:sldMk cId="1711581464" sldId="280"/>
            <ac:spMk id="6" creationId="{1DE6BB03-D6B4-6F64-45B3-900045273D99}"/>
          </ac:spMkLst>
        </pc:spChg>
        <pc:spChg chg="mod">
          <ac:chgData name="奕綸 洪" userId="a0d49cfeacbe7469" providerId="LiveId" clId="{BF1660DD-40BB-4F1C-B954-3993FF3F3F25}" dt="2026-09-20T16:25:17.078" v="2780" actId="207"/>
          <ac:spMkLst>
            <pc:docMk/>
            <pc:sldMk cId="1711581464" sldId="280"/>
            <ac:spMk id="17" creationId="{2F6047D1-E8F9-26A6-A19A-BBD8ACC4470A}"/>
          </ac:spMkLst>
        </pc:spChg>
      </pc:sldChg>
      <pc:sldChg chg="modSp add mod modNotesTx">
        <pc:chgData name="奕綸 洪" userId="a0d49cfeacbe7469" providerId="LiveId" clId="{BF1660DD-40BB-4F1C-B954-3993FF3F3F25}" dt="2026-09-20T16:27:16.340" v="2788" actId="20577"/>
        <pc:sldMkLst>
          <pc:docMk/>
          <pc:sldMk cId="3732750731" sldId="281"/>
        </pc:sldMkLst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6" creationId="{BA78BFAC-B23A-6360-CB33-9BC9A94D1CE7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13" creationId="{420B3176-CA39-6C8E-30B7-BF1980656DA9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14" creationId="{793CC397-45FB-B63C-C482-3F24AF817C20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18" creationId="{3AFF68A0-8CE6-D0C8-FB15-CB1A10118AA8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19" creationId="{20C774BC-F0F6-17C3-5BB0-5DE356FFA1AB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20" creationId="{B458D53E-56FB-D0D3-2CD6-9C41846C69BA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21" creationId="{55D42C4B-D440-49C2-A326-E22A5DFCD527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22" creationId="{EA14C742-89AC-E075-E86C-8E7CB902FA9D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29" creationId="{B2D1B79C-B773-34AC-9EAD-E66CF208541B}"/>
          </ac:spMkLst>
        </pc:spChg>
        <pc:spChg chg="mod">
          <ac:chgData name="奕綸 洪" userId="a0d49cfeacbe7469" providerId="LiveId" clId="{BF1660DD-40BB-4F1C-B954-3993FF3F3F25}" dt="2026-09-20T16:26:28.607" v="2784" actId="207"/>
          <ac:spMkLst>
            <pc:docMk/>
            <pc:sldMk cId="3732750731" sldId="281"/>
            <ac:spMk id="31" creationId="{3AFB7A3B-FE59-4587-BA59-F9CDFF4065DB}"/>
          </ac:spMkLst>
        </pc:spChg>
      </pc:sldChg>
      <pc:sldChg chg="addSp modSp add mod">
        <pc:chgData name="奕綸 洪" userId="a0d49cfeacbe7469" providerId="LiveId" clId="{BF1660DD-40BB-4F1C-B954-3993FF3F3F25}" dt="2026-09-26T10:14:02.610" v="3029" actId="767"/>
        <pc:sldMkLst>
          <pc:docMk/>
          <pc:sldMk cId="202236957" sldId="282"/>
        </pc:sldMkLst>
        <pc:spChg chg="mod">
          <ac:chgData name="奕綸 洪" userId="a0d49cfeacbe7469" providerId="LiveId" clId="{BF1660DD-40BB-4F1C-B954-3993FF3F3F25}" dt="2026-09-22T11:33:36.502" v="2841"/>
          <ac:spMkLst>
            <pc:docMk/>
            <pc:sldMk cId="202236957" sldId="282"/>
            <ac:spMk id="3" creationId="{7BCDE601-FB74-0687-3580-00D0681F7F30}"/>
          </ac:spMkLst>
        </pc:spChg>
        <pc:spChg chg="add mod">
          <ac:chgData name="奕綸 洪" userId="a0d49cfeacbe7469" providerId="LiveId" clId="{BF1660DD-40BB-4F1C-B954-3993FF3F3F25}" dt="2026-09-26T10:14:02.610" v="3029" actId="767"/>
          <ac:spMkLst>
            <pc:docMk/>
            <pc:sldMk cId="202236957" sldId="282"/>
            <ac:spMk id="4" creationId="{DC0A6970-2484-95ED-3669-7D8BE32CAED2}"/>
          </ac:spMkLst>
        </pc:spChg>
        <pc:spChg chg="mod">
          <ac:chgData name="奕綸 洪" userId="a0d49cfeacbe7469" providerId="LiveId" clId="{BF1660DD-40BB-4F1C-B954-3993FF3F3F25}" dt="2026-09-20T16:34:15.403" v="2811" actId="20577"/>
          <ac:spMkLst>
            <pc:docMk/>
            <pc:sldMk cId="202236957" sldId="282"/>
            <ac:spMk id="5" creationId="{D146B899-7C21-A974-742F-3217A9CEBD5B}"/>
          </ac:spMkLst>
        </pc:spChg>
        <pc:spChg chg="mod">
          <ac:chgData name="奕綸 洪" userId="a0d49cfeacbe7469" providerId="LiveId" clId="{BF1660DD-40BB-4F1C-B954-3993FF3F3F25}" dt="2026-09-22T11:35:01.687" v="2843" actId="14100"/>
          <ac:spMkLst>
            <pc:docMk/>
            <pc:sldMk cId="202236957" sldId="282"/>
            <ac:spMk id="6" creationId="{C81F5366-6DC4-B13D-E5EC-B58384782851}"/>
          </ac:spMkLst>
        </pc:spChg>
        <pc:picChg chg="add">
          <ac:chgData name="奕綸 洪" userId="a0d49cfeacbe7469" providerId="LiveId" clId="{BF1660DD-40BB-4F1C-B954-3993FF3F3F25}" dt="2026-09-25T06:44:07.012" v="2979" actId="22"/>
          <ac:picMkLst>
            <pc:docMk/>
            <pc:sldMk cId="202236957" sldId="282"/>
            <ac:picMk id="9" creationId="{61ADD24B-471C-F06A-D57C-C82DB4E02DB1}"/>
          </ac:picMkLst>
        </pc:picChg>
      </pc:sldChg>
      <pc:sldChg chg="add">
        <pc:chgData name="奕綸 洪" userId="a0d49cfeacbe7469" providerId="LiveId" clId="{BF1660DD-40BB-4F1C-B954-3993FF3F3F25}" dt="2026-09-22T15:35:26.187" v="2844"/>
        <pc:sldMkLst>
          <pc:docMk/>
          <pc:sldMk cId="0" sldId="283"/>
        </pc:sldMkLst>
      </pc:sldChg>
      <pc:sldChg chg="modSp add mod">
        <pc:chgData name="奕綸 洪" userId="a0d49cfeacbe7469" providerId="LiveId" clId="{BF1660DD-40BB-4F1C-B954-3993FF3F3F25}" dt="2026-09-22T15:37:27.226" v="2847" actId="947"/>
        <pc:sldMkLst>
          <pc:docMk/>
          <pc:sldMk cId="0" sldId="284"/>
        </pc:sldMkLst>
        <pc:spChg chg="mod">
          <ac:chgData name="奕綸 洪" userId="a0d49cfeacbe7469" providerId="LiveId" clId="{BF1660DD-40BB-4F1C-B954-3993FF3F3F25}" dt="2026-09-22T15:37:27.226" v="2847" actId="947"/>
          <ac:spMkLst>
            <pc:docMk/>
            <pc:sldMk cId="0" sldId="284"/>
            <ac:spMk id="1009" creationId="{00000000-0000-0000-0000-000000000000}"/>
          </ac:spMkLst>
        </pc:spChg>
      </pc:sldChg>
      <pc:sldChg chg="addSp delSp modSp mod modNotesTx">
        <pc:chgData name="奕綸 洪" userId="a0d49cfeacbe7469" providerId="LiveId" clId="{BF1660DD-40BB-4F1C-B954-3993FF3F3F25}" dt="2026-09-26T05:58:24.365" v="3025" actId="478"/>
        <pc:sldMkLst>
          <pc:docMk/>
          <pc:sldMk cId="0" sldId="290"/>
        </pc:sldMkLst>
        <pc:spChg chg="add del mod">
          <ac:chgData name="奕綸 洪" userId="a0d49cfeacbe7469" providerId="LiveId" clId="{BF1660DD-40BB-4F1C-B954-3993FF3F3F25}" dt="2026-09-26T05:58:24.365" v="3025" actId="478"/>
          <ac:spMkLst>
            <pc:docMk/>
            <pc:sldMk cId="0" sldId="290"/>
            <ac:spMk id="2" creationId="{8CE00F17-C004-2E4A-1F98-59A167074807}"/>
          </ac:spMkLst>
        </pc:spChg>
        <pc:spChg chg="mod">
          <ac:chgData name="奕綸 洪" userId="a0d49cfeacbe7469" providerId="LiveId" clId="{BF1660DD-40BB-4F1C-B954-3993FF3F3F25}" dt="2026-09-26T05:51:45.338" v="2997" actId="1076"/>
          <ac:spMkLst>
            <pc:docMk/>
            <pc:sldMk cId="0" sldId="290"/>
            <ac:spMk id="1024" creationId="{00000000-0000-0000-0000-000000000000}"/>
          </ac:spMkLst>
        </pc:spChg>
        <pc:cxnChg chg="mod">
          <ac:chgData name="奕綸 洪" userId="a0d49cfeacbe7469" providerId="LiveId" clId="{BF1660DD-40BB-4F1C-B954-3993FF3F3F25}" dt="2026-09-26T05:51:41.859" v="2996" actId="1076"/>
          <ac:cxnSpMkLst>
            <pc:docMk/>
            <pc:sldMk cId="0" sldId="290"/>
            <ac:cxnSpMk id="1022" creationId="{00000000-0000-0000-0000-000000000000}"/>
          </ac:cxnSpMkLst>
        </pc:cxnChg>
      </pc:sldChg>
      <pc:sldMasterChg chg="modSp addSldLayout modSldLayout">
        <pc:chgData name="奕綸 洪" userId="a0d49cfeacbe7469" providerId="LiveId" clId="{BF1660DD-40BB-4F1C-B954-3993FF3F3F25}" dt="2026-09-25T06:58:37.713" v="2981" actId="478"/>
        <pc:sldMasterMkLst>
          <pc:docMk/>
          <pc:sldMasterMk cId="1536985563" sldId="2147483648"/>
        </pc:sldMasterMkLst>
        <pc:sldLayoutChg chg="addSp delSp modSp mod">
          <pc:chgData name="奕綸 洪" userId="a0d49cfeacbe7469" providerId="LiveId" clId="{BF1660DD-40BB-4F1C-B954-3993FF3F3F25}" dt="2026-09-18T08:52:19.920" v="510" actId="21"/>
          <pc:sldLayoutMkLst>
            <pc:docMk/>
            <pc:sldMasterMk cId="1536985563" sldId="2147483648"/>
            <pc:sldLayoutMk cId="943194752" sldId="2147483649"/>
          </pc:sldLayoutMkLst>
        </pc:sldLayoutChg>
        <pc:sldLayoutChg chg="modSp">
          <pc:chgData name="奕綸 洪" userId="a0d49cfeacbe7469" providerId="LiveId" clId="{BF1660DD-40BB-4F1C-B954-3993FF3F3F25}" dt="2026-09-18T08:49:18.791" v="370" actId="735"/>
          <pc:sldLayoutMkLst>
            <pc:docMk/>
            <pc:sldMasterMk cId="1536985563" sldId="2147483648"/>
            <pc:sldLayoutMk cId="2086931977" sldId="2147483650"/>
          </pc:sldLayoutMkLst>
        </pc:sldLayoutChg>
        <pc:sldLayoutChg chg="addSp delSp mod">
          <pc:chgData name="奕綸 洪" userId="a0d49cfeacbe7469" providerId="LiveId" clId="{BF1660DD-40BB-4F1C-B954-3993FF3F3F25}" dt="2026-09-25T06:58:37.713" v="2981" actId="478"/>
          <pc:sldLayoutMkLst>
            <pc:docMk/>
            <pc:sldMasterMk cId="1536985563" sldId="2147483648"/>
            <pc:sldLayoutMk cId="656750573" sldId="2147483654"/>
          </pc:sldLayoutMkLst>
          <pc:spChg chg="del">
            <ac:chgData name="奕綸 洪" userId="a0d49cfeacbe7469" providerId="LiveId" clId="{BF1660DD-40BB-4F1C-B954-3993FF3F3F25}" dt="2026-09-25T06:58:37.713" v="2981" actId="478"/>
            <ac:spMkLst>
              <pc:docMk/>
              <pc:sldMasterMk cId="1536985563" sldId="2147483648"/>
              <pc:sldLayoutMk cId="656750573" sldId="2147483654"/>
              <ac:spMk id="2" creationId="{99EBF944-0F46-42F3-CF59-E7A6B6B8631B}"/>
            </ac:spMkLst>
          </pc:spChg>
          <pc:spChg chg="add">
            <ac:chgData name="奕綸 洪" userId="a0d49cfeacbe7469" providerId="LiveId" clId="{BF1660DD-40BB-4F1C-B954-3993FF3F3F25}" dt="2026-09-25T06:58:33.440" v="2980" actId="22"/>
            <ac:spMkLst>
              <pc:docMk/>
              <pc:sldMasterMk cId="1536985563" sldId="2147483648"/>
              <pc:sldLayoutMk cId="656750573" sldId="2147483654"/>
              <ac:spMk id="7" creationId="{F051C2C9-E309-CB26-2694-761B158F8A30}"/>
            </ac:spMkLst>
          </pc:spChg>
        </pc:sldLayoutChg>
        <pc:sldLayoutChg chg="addSp mod">
          <pc:chgData name="奕綸 洪" userId="a0d49cfeacbe7469" providerId="LiveId" clId="{BF1660DD-40BB-4F1C-B954-3993FF3F3F25}" dt="2026-09-25T06:43:09.743" v="2965" actId="22"/>
          <pc:sldLayoutMkLst>
            <pc:docMk/>
            <pc:sldMasterMk cId="1536985563" sldId="2147483648"/>
            <pc:sldLayoutMk cId="4023431089" sldId="2147483655"/>
          </pc:sldLayoutMkLst>
          <pc:spChg chg="add">
            <ac:chgData name="奕綸 洪" userId="a0d49cfeacbe7469" providerId="LiveId" clId="{BF1660DD-40BB-4F1C-B954-3993FF3F3F25}" dt="2026-09-18T08:52:23.483" v="511" actId="22"/>
            <ac:spMkLst>
              <pc:docMk/>
              <pc:sldMasterMk cId="1536985563" sldId="2147483648"/>
              <pc:sldLayoutMk cId="4023431089" sldId="2147483655"/>
              <ac:spMk id="6" creationId="{DB2A5F45-195D-793F-D5A4-599BF7676285}"/>
            </ac:spMkLst>
          </pc:spChg>
          <pc:picChg chg="add">
            <ac:chgData name="奕綸 洪" userId="a0d49cfeacbe7469" providerId="LiveId" clId="{BF1660DD-40BB-4F1C-B954-3993FF3F3F25}" dt="2026-09-25T06:43:09.743" v="2965" actId="22"/>
            <ac:picMkLst>
              <pc:docMk/>
              <pc:sldMasterMk cId="1536985563" sldId="2147483648"/>
              <pc:sldLayoutMk cId="4023431089" sldId="2147483655"/>
              <ac:picMk id="7" creationId="{1326492B-B13B-5025-93DA-298A07EF8A01}"/>
            </ac:picMkLst>
          </pc:picChg>
        </pc:sldLayoutChg>
        <pc:sldLayoutChg chg="addSp delSp modSp add mod modTransition setBg">
          <pc:chgData name="奕綸 洪" userId="a0d49cfeacbe7469" providerId="LiveId" clId="{BF1660DD-40BB-4F1C-B954-3993FF3F3F25}" dt="2026-09-25T06:43:47.701" v="2975" actId="22"/>
          <pc:sldLayoutMkLst>
            <pc:docMk/>
            <pc:sldMasterMk cId="1536985563" sldId="2147483648"/>
            <pc:sldLayoutMk cId="1016844454" sldId="2147483660"/>
          </pc:sldLayoutMkLst>
          <pc:spChg chg="add del mod">
            <ac:chgData name="奕綸 洪" userId="a0d49cfeacbe7469" providerId="LiveId" clId="{BF1660DD-40BB-4F1C-B954-3993FF3F3F25}" dt="2026-09-18T09:00:04.890" v="571" actId="1076"/>
            <ac:spMkLst>
              <pc:docMk/>
              <pc:sldMasterMk cId="1536985563" sldId="2147483648"/>
              <pc:sldLayoutMk cId="1016844454" sldId="2147483660"/>
              <ac:spMk id="6" creationId="{DB2A5F45-195D-793F-D5A4-599BF7676285}"/>
            </ac:spMkLst>
          </pc:spChg>
          <pc:spChg chg="add">
            <ac:chgData name="奕綸 洪" userId="a0d49cfeacbe7469" providerId="LiveId" clId="{BF1660DD-40BB-4F1C-B954-3993FF3F3F25}" dt="2026-09-20T05:53:43.579" v="1455" actId="22"/>
            <ac:spMkLst>
              <pc:docMk/>
              <pc:sldMasterMk cId="1536985563" sldId="2147483648"/>
              <pc:sldLayoutMk cId="1016844454" sldId="2147483660"/>
              <ac:spMk id="7" creationId="{47A28EB6-2E93-15E9-E0EC-4714E38BA6BA}"/>
            </ac:spMkLst>
          </pc:spChg>
          <pc:picChg chg="add">
            <ac:chgData name="奕綸 洪" userId="a0d49cfeacbe7469" providerId="LiveId" clId="{BF1660DD-40BB-4F1C-B954-3993FF3F3F25}" dt="2026-09-25T06:43:47.701" v="2975" actId="22"/>
            <ac:picMkLst>
              <pc:docMk/>
              <pc:sldMasterMk cId="1536985563" sldId="2147483648"/>
              <pc:sldLayoutMk cId="1016844454" sldId="2147483660"/>
              <ac:picMk id="8" creationId="{009A61AF-9E80-C6F7-0493-A3DFE2E7775D}"/>
            </ac:picMkLst>
          </pc:picChg>
        </pc:sldLayoutChg>
      </pc:sldMasterChg>
    </pc:docChg>
  </pc:docChgLst>
  <pc:docChgLst>
    <pc:chgData name="奕綸 洪" userId="a0d49cfeacbe7469" providerId="LiveId" clId="{293523EA-FD19-4C6D-B5CC-70CD47A2E210}"/>
    <pc:docChg chg="undo custSel modSld">
      <pc:chgData name="奕綸 洪" userId="a0d49cfeacbe7469" providerId="LiveId" clId="{293523EA-FD19-4C6D-B5CC-70CD47A2E210}" dt="2026-09-20T09:53:22.817" v="6" actId="20577"/>
      <pc:docMkLst>
        <pc:docMk/>
      </pc:docMkLst>
      <pc:sldChg chg="modSp mod">
        <pc:chgData name="奕綸 洪" userId="a0d49cfeacbe7469" providerId="LiveId" clId="{293523EA-FD19-4C6D-B5CC-70CD47A2E210}" dt="2026-09-20T09:53:22.817" v="6" actId="20577"/>
        <pc:sldMkLst>
          <pc:docMk/>
          <pc:sldMk cId="362009982" sldId="266"/>
        </pc:sldMkLst>
        <pc:spChg chg="mod">
          <ac:chgData name="奕綸 洪" userId="a0d49cfeacbe7469" providerId="LiveId" clId="{293523EA-FD19-4C6D-B5CC-70CD47A2E210}" dt="2026-09-20T09:53:22.817" v="6" actId="20577"/>
          <ac:spMkLst>
            <pc:docMk/>
            <pc:sldMk cId="362009982" sldId="266"/>
            <ac:spMk id="5" creationId="{DEE2ECC8-E37F-BDC9-2843-15A1818BEB55}"/>
          </ac:spMkLst>
        </pc:spChg>
      </pc:sldChg>
      <pc:sldChg chg="modSp mod">
        <pc:chgData name="奕綸 洪" userId="a0d49cfeacbe7469" providerId="LiveId" clId="{293523EA-FD19-4C6D-B5CC-70CD47A2E210}" dt="2026-09-20T09:42:57.747" v="2" actId="1076"/>
        <pc:sldMkLst>
          <pc:docMk/>
          <pc:sldMk cId="0" sldId="275"/>
        </pc:sldMkLst>
        <pc:spChg chg="mod">
          <ac:chgData name="奕綸 洪" userId="a0d49cfeacbe7469" providerId="LiveId" clId="{293523EA-FD19-4C6D-B5CC-70CD47A2E210}" dt="2026-09-20T09:42:57.747" v="2" actId="1076"/>
          <ac:spMkLst>
            <pc:docMk/>
            <pc:sldMk cId="0" sldId="275"/>
            <ac:spMk id="8" creationId="{6DDF8EC2-B455-805D-77E0-E219814E1527}"/>
          </ac:spMkLst>
        </pc:spChg>
        <pc:spChg chg="mod">
          <ac:chgData name="奕綸 洪" userId="a0d49cfeacbe7469" providerId="LiveId" clId="{293523EA-FD19-4C6D-B5CC-70CD47A2E210}" dt="2026-09-20T09:42:57.747" v="2" actId="1076"/>
          <ac:spMkLst>
            <pc:docMk/>
            <pc:sldMk cId="0" sldId="275"/>
            <ac:spMk id="10" creationId="{E2A8A4FD-0CAE-E95A-603F-74DC58C179B2}"/>
          </ac:spMkLst>
        </pc:spChg>
        <pc:spChg chg="mod">
          <ac:chgData name="奕綸 洪" userId="a0d49cfeacbe7469" providerId="LiveId" clId="{293523EA-FD19-4C6D-B5CC-70CD47A2E210}" dt="2026-09-20T09:42:57.747" v="2" actId="1076"/>
          <ac:spMkLst>
            <pc:docMk/>
            <pc:sldMk cId="0" sldId="275"/>
            <ac:spMk id="11" creationId="{4E5961E0-1082-BFC5-97B1-65BE31DC45E6}"/>
          </ac:spMkLst>
        </pc:spChg>
      </pc:sldChg>
      <pc:sldChg chg="modSp mod">
        <pc:chgData name="奕綸 洪" userId="a0d49cfeacbe7469" providerId="LiveId" clId="{293523EA-FD19-4C6D-B5CC-70CD47A2E210}" dt="2026-09-20T09:42:47.115" v="0" actId="12"/>
        <pc:sldMkLst>
          <pc:docMk/>
          <pc:sldMk cId="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5CB973-ACBF-4345-898B-EBE3FB6216C3}" type="datetimeFigureOut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3D2901-ED72-411D-B3B3-8BB3A070FD1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30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今天要報告的是高雄地面臭氧的研究，資料是 2018 到 2025 這八年的監測紀錄。題目下面有一句話：「An Improvement Hidden by Weather?」——一個被天氣藏起來的改善？這個問號就是整場報告要回答的問題。我會先講背景和問題，再講方法，最後用結果來回答它。</a:t>
            </a:r>
            <a:endParaRPr lang="zh-TW" altLang="en-US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6289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TW" altLang="zh-TW" dirty="0"/>
              <a:t>前言分三段：先講臭氧為什麼是個難纏的問題，再講為什麼天氣會把訊號蓋住，最後把研究問題定下來。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752580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先講臭氧本身。它跟一般污染物不一樣，臭氧不會直接被排放。它是氮氧化物 </a:t>
            </a:r>
            <a:r>
              <a:rPr lang="en-US" altLang="zh-TW" dirty="0"/>
              <a:t>NOx </a:t>
            </a:r>
            <a:r>
              <a:rPr lang="zh-TW" altLang="en-US" dirty="0"/>
              <a:t>和揮發性有機物 </a:t>
            </a:r>
            <a:r>
              <a:rPr lang="en-US" altLang="zh-TW" dirty="0"/>
              <a:t>VOC</a:t>
            </a:r>
            <a:r>
              <a:rPr lang="zh-TW" altLang="en-US" dirty="0"/>
              <a:t>，在陽光底下經過光化學反應「生」出來的，所以叫二次污染物。這一點很關鍵：要降臭氧，不能只盯著排放量，還要看它生成的條件。</a:t>
            </a:r>
          </a:p>
          <a:p>
            <a:endParaRPr lang="zh-TW" altLang="en-US" dirty="0"/>
          </a:p>
          <a:p>
            <a:r>
              <a:rPr lang="zh-TW" altLang="en-US" dirty="0"/>
              <a:t>法規上看的指標叫 </a:t>
            </a:r>
            <a:r>
              <a:rPr lang="en-US" altLang="zh-TW" dirty="0"/>
              <a:t>MDA8</a:t>
            </a:r>
            <a:r>
              <a:rPr lang="zh-TW" altLang="en-US" dirty="0"/>
              <a:t>：把每天的逐時濃度做 </a:t>
            </a:r>
            <a:r>
              <a:rPr lang="en-US" altLang="zh-TW" dirty="0"/>
              <a:t>8 </a:t>
            </a:r>
            <a:r>
              <a:rPr lang="zh-TW" altLang="en-US" dirty="0"/>
              <a:t>小時滑動平均，取最大的那一段。它抓的是白天最糟的一段持續暴露。台灣的標準是 </a:t>
            </a:r>
            <a:r>
              <a:rPr lang="en-US" altLang="zh-TW" dirty="0"/>
              <a:t>60 ppb</a:t>
            </a:r>
            <a:r>
              <a:rPr lang="zh-TW" altLang="en-US" dirty="0"/>
              <a:t>，</a:t>
            </a:r>
            <a:r>
              <a:rPr lang="en-US" altLang="zh-TW" dirty="0"/>
              <a:t>2024 </a:t>
            </a:r>
            <a:r>
              <a:rPr lang="zh-TW" altLang="en-US" dirty="0"/>
              <a:t>年 </a:t>
            </a:r>
            <a:r>
              <a:rPr lang="en-US" altLang="zh-TW" dirty="0"/>
              <a:t>9 </a:t>
            </a:r>
            <a:r>
              <a:rPr lang="zh-TW" altLang="en-US" dirty="0"/>
              <a:t>月才剛修正過。臭氧對呼吸道和農作物都有傷害，所以這個指標不是學術上的講究，是管制在用的數字。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764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那為什麼看高雄？因為高雄是台灣長期的臭氧熱點。高屏空品區的臭氧濃度，十幾年來都是全台最高。原因不難想：它是沿海的工業城市，石化、鋼鐵都很密集，前驅物的排放量大；加上南部日照強、天氣穩定，生成臭氧的條件很好。所以如果減量政策有效，高雄應該是最能看出成效的地方——反過來說，如果高雄看不出來，就很值得追問為什麼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88999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A7555-05AC-D448-1DFF-9CC69F4FF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A0B17A2-07EA-07F7-6A0B-AF7A280BD1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E73A66B-6F57-8EAD-CB8F-0A85E64957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這幾年高雄的減量其實做得不少。國家的空污防制方案主要管 NOx 和 PM2.5，而 2018 到 2025 年，高雄的 NOx、NO₂、CO、PM2.5 全部顯著下降——前驅物是真的在降。那問題來了：臭氧有沒有跟著改善？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455CBD-663E-DAB7-6DE8-0FB09BBDD8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34817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4214-1569-5867-8FB3-5B6FC015F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A23FA64-4EC8-B80B-D4EA-28F76FB945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332C967-47CE-9271-26D9-21B1E81F2D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TW" altLang="zh-TW" dirty="0"/>
              <a:t>這個問題沒辦法直接看趨勢就回答，畫面上這三點就是原因。</a:t>
            </a:r>
          </a:p>
          <a:p>
            <a:pPr rtl="0"/>
            <a:r>
              <a:rPr lang="zh-TW" altLang="zh-TW" dirty="0"/>
              <a:t>第一，臭氧對前驅物的反應不是線性的。排放源附近有大量新鮮的 NO，反而會把臭氧消耗掉，這叫 NOx 滴定；所以 NOx 減少，臭氧短期內甚至可能上升，要看所處的化學狀態。</a:t>
            </a:r>
          </a:p>
          <a:p>
            <a:pPr rtl="0"/>
            <a:r>
              <a:rPr lang="zh-TW" altLang="zh-TW" dirty="0"/>
              <a:t>第二，也是這篇的重點，我把它標成棕色：天氣。臭氧對晴不晴、乾不乾、風怎麼吹非常敏感，而這些每年都不一樣。年與年之間的天氣變化，可以把真實的改善蓋住，也可以假冒出一個不存在的趨勢。</a:t>
            </a:r>
          </a:p>
          <a:p>
            <a:pPr rtl="0"/>
            <a:endParaRPr lang="en-US" altLang="zh-TW" dirty="0"/>
          </a:p>
          <a:p>
            <a:pPr rtl="0"/>
            <a:r>
              <a:rPr lang="zh-TW" altLang="zh-TW" dirty="0"/>
              <a:t>所以我們觀測到的任何趨勢，永遠是「排放的變化」加上「天氣的變化」兩個訊號混在一起。不把它們拆開，就沒辦法評估政策到底有沒有效。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DE55D3-2183-B753-23F5-6AD018D92C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84893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TW" altLang="zh-TW" dirty="0"/>
              <a:t>所以我先做了最直覺的事：把八年的全市月平均拉出來做趨勢檢定。結果是每年下降 0.56 ppb——方向是往下的，但 p 值 0.14，統計上不顯著。照這個數字，結論會是「查無成效」。但剛剛講過，這個數字裡混著天氣。所以真正的問題是：高雄的臭氧，是真的沒改善，還是改善被藏起來了？</a:t>
            </a:r>
          </a:p>
          <a:p>
            <a:pPr rtl="0"/>
            <a:r>
              <a:rPr lang="zh-TW" altLang="zh-TW" dirty="0"/>
              <a:t>這篇研究問三件事。第一，哪些氣象條件在控制臭氧？第二，極端高臭氧的日子怎麼變、什麼時候、在哪裡發生？第三，也是最核心的：把天氣的影響扣掉之後，這八年到底有沒有一個真實的趨勢？方法和結果都會照這個順序走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50129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方法分四段。先講資料從哪來、品質怎麼樣；再用一張流程圖看整個分析怎麼串起來；然後是兩組工具</a:t>
            </a:r>
            <a:r>
              <a:rPr lang="en-US" altLang="zh-TW" dirty="0"/>
              <a:t>——</a:t>
            </a:r>
            <a:r>
              <a:rPr lang="zh-TW" altLang="en-US" dirty="0"/>
              <a:t>找驅動因子用的隨機森林和 </a:t>
            </a:r>
            <a:r>
              <a:rPr lang="en-US" altLang="zh-TW" dirty="0"/>
              <a:t>GAM</a:t>
            </a:r>
            <a:r>
              <a:rPr lang="zh-TW" altLang="en-US" dirty="0"/>
              <a:t>，判斷趨勢用的 </a:t>
            </a:r>
            <a:r>
              <a:rPr lang="en-US" altLang="zh-TW" dirty="0"/>
              <a:t>Mann–Kendall </a:t>
            </a:r>
            <a:r>
              <a:rPr lang="zh-TW" altLang="en-US" dirty="0"/>
              <a:t>和 </a:t>
            </a:r>
            <a:r>
              <a:rPr lang="en-US" altLang="zh-TW" dirty="0"/>
              <a:t>Sen </a:t>
            </a:r>
            <a:r>
              <a:rPr lang="zh-TW" altLang="en-US" dirty="0"/>
              <a:t>斜率。整段方法只有一個目標，就是下面這句：把排放的訊號從天氣裡拆出來。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21598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91C9-5924-F16E-3C3E-9F8688945D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622C2-735D-A63B-AF49-7C4B361855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A20898-81CB-EE26-114B-9936A77328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/>
              <a:t>資料的部分。左邊這張圖是環境部在高雄的 </a:t>
            </a:r>
            <a:r>
              <a:rPr lang="en-US" altLang="zh-TW" dirty="0"/>
              <a:t>12 </a:t>
            </a:r>
            <a:r>
              <a:rPr lang="zh-TW" altLang="en-US" dirty="0"/>
              <a:t>個測站：</a:t>
            </a:r>
            <a:r>
              <a:rPr lang="en-US" altLang="zh-TW" dirty="0"/>
              <a:t>8 </a:t>
            </a:r>
            <a:r>
              <a:rPr lang="zh-TW" altLang="en-US" dirty="0"/>
              <a:t>個一般站，加上交通、工業、背景站各一到兩個，涵蓋市區、工業區到郊區。</a:t>
            </a:r>
          </a:p>
          <a:p>
            <a:endParaRPr lang="zh-TW" altLang="en-US" dirty="0"/>
          </a:p>
          <a:p>
            <a:r>
              <a:rPr lang="zh-TW" altLang="en-US" dirty="0"/>
              <a:t>右上是臭氧的處理流程：拿測站的逐時臭氧，做 </a:t>
            </a:r>
            <a:r>
              <a:rPr lang="en-US" altLang="zh-TW" dirty="0"/>
              <a:t>8 </a:t>
            </a:r>
            <a:r>
              <a:rPr lang="zh-TW" altLang="en-US" dirty="0"/>
              <a:t>小時滑動平均，每天取最大的那一段，就是前面講過的法規指標 </a:t>
            </a:r>
            <a:r>
              <a:rPr lang="en-US" altLang="zh-TW" dirty="0"/>
              <a:t>MDA8</a:t>
            </a:r>
            <a:r>
              <a:rPr lang="zh-TW" altLang="en-US" dirty="0"/>
              <a:t>。期間是 </a:t>
            </a:r>
            <a:r>
              <a:rPr lang="en-US" altLang="zh-TW" dirty="0"/>
              <a:t>2018 </a:t>
            </a:r>
            <a:r>
              <a:rPr lang="zh-TW" altLang="en-US" dirty="0"/>
              <a:t>到 </a:t>
            </a:r>
            <a:r>
              <a:rPr lang="en-US" altLang="zh-TW" dirty="0"/>
              <a:t>2025</a:t>
            </a:r>
            <a:r>
              <a:rPr lang="zh-TW" altLang="en-US" dirty="0"/>
              <a:t>，八年。</a:t>
            </a:r>
          </a:p>
          <a:p>
            <a:endParaRPr lang="zh-TW" altLang="en-US" dirty="0"/>
          </a:p>
          <a:p>
            <a:r>
              <a:rPr lang="zh-TW" altLang="en-US" dirty="0"/>
              <a:t>右下是氣象，一樣是各測站自己的觀測，五個變數：溫度、風速、雨量、風向、相對濕度</a:t>
            </a:r>
            <a:r>
              <a:rPr lang="en-US" altLang="zh-TW" dirty="0"/>
              <a:t>——</a:t>
            </a:r>
            <a:r>
              <a:rPr lang="zh-TW" altLang="en-US"/>
              <a:t>後面的驅動模型和氣象常態化用的就是這幾個。圖上沒列的還有日照時數，它只有中央氣象署高雄站一個點，所以另外當成全市尺度的序列、只用在敏感度分析。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44C57F-8F39-43B8-0C78-75EB3DD80F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2695832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zh-TW" altLang="zh-TW" dirty="0"/>
              <a:t>方法的部分,我先用這一頁讓大家看整個分析的骨架,細節後面一頁一頁講。整個流程有五步。</a:t>
            </a:r>
            <a:endParaRPr lang="en-US" altLang="zh-TW" dirty="0"/>
          </a:p>
          <a:p>
            <a:pPr rtl="0"/>
            <a:endParaRPr lang="en-US" altLang="zh-TW" dirty="0"/>
          </a:p>
          <a:p>
            <a:pPr rtl="0"/>
            <a:r>
              <a:rPr lang="zh-TW" altLang="zh-TW" dirty="0"/>
              <a:t>第一步,前處理。逐時資料先做品管,然後算出每天的 MDA8 臭氧,還有當天的氣象特徵。</a:t>
            </a:r>
          </a:p>
          <a:p>
            <a:pPr rtl="0"/>
            <a:r>
              <a:rPr lang="zh-TW" altLang="zh-TW" dirty="0"/>
              <a:t>第二步,描述性分析,先看基本盤:這八年臭氧是高是低、哪個季節高、一天裡什麼時段高、哪些測站高。</a:t>
            </a:r>
          </a:p>
          <a:p>
            <a:pPr rtl="0"/>
            <a:r>
              <a:rPr lang="zh-TW" altLang="zh-TW" dirty="0"/>
              <a:t>第三步開始進入重點。驅動因子建模——用隨機森林和 GAM 兩個模型,去找到底是哪些天氣條件在控制臭氧。</a:t>
            </a:r>
          </a:p>
          <a:p>
            <a:pPr rtl="0"/>
            <a:r>
              <a:rPr lang="zh-TW" altLang="zh-TW" dirty="0"/>
              <a:t>第四步,事件分析。把高臭氧的日子整批挑出來,看這些日子的天氣有什麼共同的長相。</a:t>
            </a:r>
          </a:p>
          <a:p>
            <a:pPr rtl="0"/>
            <a:r>
              <a:rPr lang="zh-TW" altLang="zh-TW" dirty="0"/>
              <a:t>第五步,趨勢分析。用 Mann–Kendall 加 Sen's slope,檢定這八年臭氧有沒有真的在下降。</a:t>
            </a:r>
          </a:p>
          <a:p>
            <a:pPr rtl="0"/>
            <a:endParaRPr lang="en-US" altLang="zh-TW" dirty="0"/>
          </a:p>
          <a:p>
            <a:pPr rtl="0"/>
            <a:r>
              <a:rPr lang="zh-TW" altLang="zh-TW" dirty="0"/>
              <a:t>後面三步,剛好對應我前面提的三個研究問題。等一下我不會五步平均講,會挑三個重點:趨勢怎麼檢定、天氣的影響怎麼扣掉、驅動因子怎麼找。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23767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/>
              <a:t>找驅動因子，我用兩個模型，個性剛好互補。</a:t>
            </a:r>
          </a:p>
          <a:p>
            <a:endParaRPr lang="zh-TW" altLang="en-US" dirty="0"/>
          </a:p>
          <a:p>
            <a:r>
              <a:rPr lang="zh-TW" altLang="en-US" dirty="0"/>
              <a:t>第一個是隨機森林。概念很直白：讓很多棵決策樹，各自根據當天的天氣</a:t>
            </a:r>
            <a:r>
              <a:rPr lang="en-US" altLang="zh-TW" dirty="0"/>
              <a:t>——</a:t>
            </a:r>
            <a:r>
              <a:rPr lang="zh-TW" altLang="en-US" dirty="0"/>
              <a:t>溫度、濕度、風速這些</a:t>
            </a:r>
            <a:r>
              <a:rPr lang="en-US" altLang="zh-TW" dirty="0"/>
              <a:t>——</a:t>
            </a:r>
            <a:r>
              <a:rPr lang="zh-TW" altLang="en-US" dirty="0"/>
              <a:t>去猜當天的臭氧，再把大家的答案平均。它的強項是準，而且會告訴我「哪些變數最重要」：把某個變數打亂，模型表現掉得越多，代表模型越依賴它。</a:t>
            </a:r>
          </a:p>
          <a:p>
            <a:endParaRPr lang="zh-TW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8D1D-1B8D-66C3-97C3-6FAC7BF92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4FF60-8E81-B6CF-9737-016A277639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5FCB14-25CD-3B1C-2B81-39790D0F20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zh-TW" altLang="en-US" dirty="0"/>
          </a:p>
          <a:p>
            <a:r>
              <a:rPr lang="zh-TW" altLang="en-US" dirty="0"/>
              <a:t>第二個是 </a:t>
            </a:r>
            <a:r>
              <a:rPr lang="en-US" altLang="zh-TW" dirty="0"/>
              <a:t>GAM</a:t>
            </a:r>
            <a:r>
              <a:rPr lang="zh-TW" altLang="en-US" dirty="0"/>
              <a:t>，可以想成一種「會彎的迴歸」。它幫每個氣象因子畫一條平滑曲線，讓我直接看到臭氧怎麼隨溫度、濕度變化</a:t>
            </a:r>
            <a:r>
              <a:rPr lang="en-US" altLang="zh-TW" dirty="0"/>
              <a:t>——</a:t>
            </a:r>
            <a:r>
              <a:rPr lang="zh-TW" altLang="en-US" dirty="0"/>
              <a:t>也就是關係的「形狀」。</a:t>
            </a:r>
          </a:p>
          <a:p>
            <a:endParaRPr lang="zh-TW" altLang="en-US" dirty="0"/>
          </a:p>
          <a:p>
            <a:r>
              <a:rPr lang="zh-TW" altLang="en-US" dirty="0"/>
              <a:t>所以這兩個是分工的：隨機森林告訴我「誰重要」，</a:t>
            </a:r>
            <a:r>
              <a:rPr lang="en-US" altLang="zh-TW" dirty="0"/>
              <a:t>GAM </a:t>
            </a:r>
            <a:r>
              <a:rPr lang="zh-TW" altLang="en-US" dirty="0"/>
              <a:t>告訴我「長什麼樣」。隨機森林準但像黑盒子，</a:t>
            </a:r>
            <a:r>
              <a:rPr lang="en-US" altLang="zh-TW" dirty="0"/>
              <a:t>GAM </a:t>
            </a:r>
            <a:r>
              <a:rPr lang="zh-TW" altLang="en-US" dirty="0"/>
              <a:t>透明但彈性低一點</a:t>
            </a:r>
            <a:r>
              <a:rPr lang="en-US" altLang="zh-TW" dirty="0"/>
              <a:t>——</a:t>
            </a:r>
            <a:r>
              <a:rPr lang="zh-TW" altLang="en-US" dirty="0"/>
              <a:t>當兩個個性相反的模型給出一致的答案，結論就更可信。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F84E7-133A-2230-6F7F-0AADF9EA58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717242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zh-TW" altLang="zh-TW" dirty="0"/>
              <a:t>趨勢的部分，我用兩個工具，一個判斷有沒有趨勢，一個算趨勢多大。</a:t>
            </a:r>
          </a:p>
          <a:p>
            <a:pPr rtl="0"/>
            <a:r>
              <a:rPr lang="zh-TW" altLang="zh-TW" dirty="0"/>
              <a:t>先講 Mann–Kendall。它做的事其實很單純：把序列裡每個點，都跟它前面的每個點比一次——後面比前面高，記 +1；比前面低，記 −1。全部加起來，正的多，代表大多在上升；負的多，代表大多在下降；接近零，就是沒有一致的方向。最後給一個 p 值，告訴我這個方向是不是「大到不像巧合」。它完全不管資料長什麼分布，所以幾個極端值影響不了它，很適合臭氧這種資料。</a:t>
            </a:r>
          </a:p>
          <a:p>
            <a:pPr rtl="0"/>
            <a:r>
              <a:rPr lang="zh-TW" altLang="zh-TW" dirty="0"/>
              <a:t>這裡有個關鍵。高雄的臭氧秋天五十幾、夏天才三十幾，季節落差比趨勢大太多，整條直接比，看到的會是季節，不是趨勢。所以我用季節版：今年十月只跟歷年的十月比，一月只跟一月比——季節就騙不了人。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3EDB4-DDDE-86CF-141B-90DE6E9D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E40D52-0BAA-5BA5-6BC6-ED5425FD33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307829-6767-A9F2-7C0B-6292F6C70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rtl="0"/>
            <a:r>
              <a:rPr lang="zh-TW" altLang="zh-TW" dirty="0"/>
              <a:t>有了趨勢，還要知道多大，這就交給 Sen's slope。做法是把資料裡每兩個點都連一條線、算斜率，會得到一大把斜率，取中間那個。因為取中位數，幾個怪月份拉不歪它。單位就是每年變幾 ppb。</a:t>
            </a:r>
          </a:p>
          <a:p>
            <a:pPr rtl="0"/>
            <a:r>
              <a:rPr lang="zh-TW" altLang="zh-TW" dirty="0"/>
              <a:t>所以這兩個是一組的：MK 說有沒有、顯不顯著，Sen 說每年降多少。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A1C04E-79E3-BBDE-DB44-80D0B22AD8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8898380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最後一個方法，也是整篇最關鍵的一步：怎麼把天氣扣掉。做法不是減法，是問一個反事實的問題</a:t>
            </a:r>
            <a:r>
              <a:rPr dirty="0"/>
              <a:t>——</a:t>
            </a:r>
            <a:r>
              <a:rPr dirty="0" err="1"/>
              <a:t>這一天如果天氣是平常的樣子，臭氧會是多少</a:t>
            </a:r>
            <a:r>
              <a:rPr dirty="0"/>
              <a:t>？</a:t>
            </a:r>
          </a:p>
          <a:p>
            <a:endParaRPr dirty="0"/>
          </a:p>
          <a:p>
            <a:r>
              <a:rPr dirty="0"/>
              <a:t>第一步，用全部八年的資料訓練一個隨機森林，讓它學會臭氧怎麼隨日期、季節、測站和六個氣象變數變化：最高溫、濕度、風速、雨量、還有風向的 sin 和 cos。</a:t>
            </a:r>
          </a:p>
          <a:p>
            <a:endParaRPr dirty="0"/>
          </a:p>
          <a:p>
            <a:r>
              <a:rPr dirty="0" err="1"/>
              <a:t>第二步，對每一個站日</a:t>
            </a:r>
            <a:r>
              <a:rPr dirty="0"/>
              <a:t>——像左邊這一列，2020 年 10 月 15 </a:t>
            </a:r>
            <a:r>
              <a:rPr dirty="0" err="1"/>
              <a:t>日的林園</a:t>
            </a:r>
            <a:r>
              <a:rPr dirty="0"/>
              <a:t>——</a:t>
            </a:r>
            <a:r>
              <a:rPr dirty="0" err="1"/>
              <a:t>把它的氣象欄整列拿掉，換成同一個測站隨機抽到的另一天的氣象；日期、季節、測站三個欄位鎖住不動，丟回模型預測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第三步，重複三百次取平均，得到這一天在「平均天氣」下的臭氧。這樣做完，2020 年偏晴、2022 </a:t>
            </a:r>
            <a:r>
              <a:rPr dirty="0" err="1"/>
              <a:t>年偏雨這種逐年的天氣運氣就被平均掉了，序列裡剩下的年際變化只能來自排放面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第四步，對這條常態化後的序列，做跟前一頁一樣的</a:t>
            </a:r>
            <a:r>
              <a:rPr dirty="0"/>
              <a:t> Seasonal MK 加 Sen </a:t>
            </a:r>
            <a:r>
              <a:rPr dirty="0" err="1"/>
              <a:t>斜率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zh-TW" dirty="0"/>
              <a:t>方法講完了，接下來是結果，我會照畫面上這條路線走。先看臭氧的基本型態：什麼地方高、什麼時候高。然後回答三個問題——什麼在驅動它、極端日長什麼樣、以及這八年有沒有真的改善。趨勢那一題會分兩步：先給大家看原始資料長什麼樣，再看把天氣扣掉之後的樣子；最後用一頁證據，說明這個答案經得起檢驗。三個問題答完，就回到標題那一個：改善是不是被天氣藏起來了。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3D2901-ED72-411D-B3B3-8BB3A070FD10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71006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R1 </a:t>
            </a:r>
            <a:r>
              <a:rPr dirty="0" err="1"/>
              <a:t>講稿</a:t>
            </a:r>
            <a:r>
              <a:rPr dirty="0"/>
              <a:t>：</a:t>
            </a:r>
          </a:p>
          <a:p>
            <a:r>
              <a:rPr dirty="0" err="1"/>
              <a:t>進入結果。先從最基本的描述開始：高雄的臭氧，什麼地方高、什麼時候高</a:t>
            </a:r>
            <a:r>
              <a:rPr dirty="0"/>
              <a:t>？</a:t>
            </a:r>
          </a:p>
          <a:p>
            <a:endParaRPr dirty="0"/>
          </a:p>
          <a:p>
            <a:r>
              <a:rPr dirty="0" err="1"/>
              <a:t>先看空間。左邊這張圖，顏色越深濃度越高。最高的是林園和美濃</a:t>
            </a:r>
            <a:r>
              <a:rPr dirty="0"/>
              <a:t>——</a:t>
            </a:r>
            <a:r>
              <a:rPr dirty="0" err="1"/>
              <a:t>一個在工業區的下風處，一個在鄉間；反而是小港、鳳山、復興這些靠近排放源的測站最低。原因是排放源旁邊有大量新鮮的</a:t>
            </a:r>
            <a:r>
              <a:rPr dirty="0"/>
              <a:t> </a:t>
            </a:r>
            <a:r>
              <a:rPr dirty="0" err="1"/>
              <a:t>NO，會把臭氧「滴定」掉，所以臭氧要飄到下風處才累積起來。這點很重要：臭氧最高的地方，不是排放源本身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再看時間。右邊是逐月的分佈，秋天和春天是兩個高峰，十月平均</a:t>
            </a:r>
            <a:r>
              <a:rPr dirty="0"/>
              <a:t> 61 </a:t>
            </a:r>
            <a:r>
              <a:rPr dirty="0" err="1"/>
              <a:t>ppb；夏天反而最低，七月只有</a:t>
            </a:r>
            <a:r>
              <a:rPr dirty="0"/>
              <a:t> 31，差了一倍。一天當中，峰值都在下午一點左右，秋天可以到 60 ppb </a:t>
            </a:r>
            <a:r>
              <a:rPr dirty="0" err="1"/>
              <a:t>以上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所以一句話總結：秋天、午後、下風處。記住這三個關鍵字，後面的驅動因子和事件分析都會回到它們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防身備註）被問「為什麼夏天最低</a:t>
            </a:r>
            <a:r>
              <a:rPr dirty="0"/>
              <a:t>？」——西南季風帶來海洋乾淨氣團、對流旺盛、雲多雨多，光化學生成弱又稀釋快；秋季轉為東北季風背景下的晴穩天氣，加上白天海風把污染物推回陸地，最利於累積。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R2 </a:t>
            </a:r>
            <a:r>
              <a:rPr dirty="0" err="1"/>
              <a:t>講稿</a:t>
            </a:r>
            <a:r>
              <a:rPr dirty="0"/>
              <a:t>：</a:t>
            </a:r>
          </a:p>
          <a:p>
            <a:r>
              <a:rPr dirty="0" err="1"/>
              <a:t>第一個問題：什麼在驅動臭氧</a:t>
            </a:r>
            <a:r>
              <a:rPr dirty="0"/>
              <a:t>？</a:t>
            </a:r>
          </a:p>
          <a:p>
            <a:endParaRPr dirty="0"/>
          </a:p>
          <a:p>
            <a:r>
              <a:rPr dirty="0" err="1"/>
              <a:t>左邊是隨機森林的變數重要性，用留出的</a:t>
            </a:r>
            <a:r>
              <a:rPr dirty="0"/>
              <a:t> 2024、2025 兩年測試算的。前四名很清楚：白天的海風分量、日最高溫、季節、相對濕度，四個差不多重要；風速和雨量幾乎沒有貢獻。這裡有個跟直覺不一樣的地方——</a:t>
            </a:r>
            <a:r>
              <a:rPr dirty="0" err="1"/>
              <a:t>排第一的不是溫度，是海風。u</a:t>
            </a:r>
            <a:r>
              <a:rPr dirty="0"/>
              <a:t> 是東西向的風分量，正值代表從海上往陸地吹。白天海風一起來，會把前一天、或早上在海上累積的污染物，連同光化學生成的臭氧，一起推回市區。</a:t>
            </a:r>
          </a:p>
          <a:p>
            <a:endParaRPr dirty="0"/>
          </a:p>
          <a:p>
            <a:r>
              <a:rPr dirty="0" err="1"/>
              <a:t>右邊用</a:t>
            </a:r>
            <a:r>
              <a:rPr dirty="0"/>
              <a:t> GAM </a:t>
            </a:r>
            <a:r>
              <a:rPr dirty="0" err="1"/>
              <a:t>看每個因子的形狀。溫度是駝峰：大約</a:t>
            </a:r>
            <a:r>
              <a:rPr dirty="0"/>
              <a:t> 28 </a:t>
            </a:r>
            <a:r>
              <a:rPr dirty="0" err="1"/>
              <a:t>度效應最強，再更熱反而下降</a:t>
            </a:r>
            <a:r>
              <a:rPr dirty="0"/>
              <a:t>——</a:t>
            </a:r>
            <a:r>
              <a:rPr dirty="0" err="1"/>
              <a:t>所以「越熱臭氧越高」是不對的。濕度是一路往下：越潮濕臭氧越低。海風越強臭氧越高，到每秒兩公尺左右飽和。季節的峰在十月，跟剛才</a:t>
            </a:r>
            <a:r>
              <a:rPr dirty="0"/>
              <a:t> R1 </a:t>
            </a:r>
            <a:r>
              <a:rPr dirty="0" err="1"/>
              <a:t>的月分佈一致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兩個模型在測試集上的</a:t>
            </a:r>
            <a:r>
              <a:rPr dirty="0"/>
              <a:t> R² </a:t>
            </a:r>
            <a:r>
              <a:rPr dirty="0" err="1"/>
              <a:t>大約</a:t>
            </a:r>
            <a:r>
              <a:rPr dirty="0"/>
              <a:t> 0.6，對逐日的城市尺度資料來說算合理，而且它們給的排序和形狀是一致的——</a:t>
            </a:r>
            <a:r>
              <a:rPr dirty="0" err="1"/>
              <a:t>這就是我用兩個模型互相印證的用意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防身備註</a:t>
            </a:r>
            <a:r>
              <a:rPr dirty="0"/>
              <a:t> 1）「R² </a:t>
            </a:r>
            <a:r>
              <a:rPr dirty="0" err="1"/>
              <a:t>只有</a:t>
            </a:r>
            <a:r>
              <a:rPr dirty="0"/>
              <a:t> 0.6 </a:t>
            </a:r>
            <a:r>
              <a:rPr dirty="0" err="1"/>
              <a:t>夠嗎</a:t>
            </a:r>
            <a:r>
              <a:rPr dirty="0"/>
              <a:t>？」——</a:t>
            </a:r>
            <a:r>
              <a:rPr dirty="0" err="1"/>
              <a:t>這是解釋性模型不是預報模型，目的是排序氣象驅動因子；沒放進去的東西（前驅物逐日變化、境外傳輸、邊界層高度）本來就解釋不了</a:t>
            </a:r>
            <a:r>
              <a:rPr dirty="0"/>
              <a:t>。</a:t>
            </a:r>
          </a:p>
          <a:p>
            <a:r>
              <a:rPr dirty="0"/>
              <a:t>（</a:t>
            </a:r>
            <a:r>
              <a:rPr dirty="0" err="1"/>
              <a:t>防身備註</a:t>
            </a:r>
            <a:r>
              <a:rPr dirty="0"/>
              <a:t> 2）「</a:t>
            </a:r>
            <a:r>
              <a:rPr dirty="0" err="1"/>
              <a:t>為什麼沒有日照</a:t>
            </a:r>
            <a:r>
              <a:rPr dirty="0"/>
              <a:t>？」——</a:t>
            </a:r>
            <a:r>
              <a:rPr dirty="0" err="1"/>
              <a:t>主模型刻意不放日照，因為日照只有單站（氣象署高雄站）不是</a:t>
            </a:r>
            <a:r>
              <a:rPr dirty="0"/>
              <a:t> 12 </a:t>
            </a:r>
            <a:r>
              <a:rPr dirty="0" err="1"/>
              <a:t>站同站觀測；驅動模型本身沒有含日照的版本；含日照的敏感度分析是在</a:t>
            </a:r>
            <a:r>
              <a:rPr dirty="0"/>
              <a:t> R5 </a:t>
            </a:r>
            <a:r>
              <a:rPr dirty="0" err="1"/>
              <a:t>的氣象常態化模型上做的（OOB</a:t>
            </a:r>
            <a:r>
              <a:rPr dirty="0"/>
              <a:t> R² 0.795、斜率 −0.386），</a:t>
            </a:r>
            <a:r>
              <a:rPr dirty="0" err="1"/>
              <a:t>結論方向一致</a:t>
            </a:r>
            <a:r>
              <a:rPr dirty="0"/>
              <a:t>。</a:t>
            </a:r>
          </a:p>
          <a:p>
            <a:r>
              <a:rPr dirty="0"/>
              <a:t>（</a:t>
            </a:r>
            <a:r>
              <a:rPr dirty="0" err="1"/>
              <a:t>防身備註</a:t>
            </a:r>
            <a:r>
              <a:rPr dirty="0"/>
              <a:t> 3）「</a:t>
            </a:r>
            <a:r>
              <a:rPr dirty="0" err="1"/>
              <a:t>為什麼移除</a:t>
            </a:r>
            <a:r>
              <a:rPr dirty="0"/>
              <a:t> </a:t>
            </a:r>
            <a:r>
              <a:rPr dirty="0" err="1"/>
              <a:t>year_index</a:t>
            </a:r>
            <a:r>
              <a:rPr dirty="0"/>
              <a:t>？」——</a:t>
            </a:r>
            <a:r>
              <a:rPr dirty="0" err="1"/>
              <a:t>樹模型無法外推到訓練沒見過的年份，留著會製造假象；寧可</a:t>
            </a:r>
            <a:r>
              <a:rPr dirty="0"/>
              <a:t> R² 從 0.612 </a:t>
            </a:r>
            <a:r>
              <a:rPr dirty="0" err="1"/>
              <a:t>微降到</a:t>
            </a:r>
            <a:r>
              <a:rPr dirty="0"/>
              <a:t> 0.595。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R3 講稿：</a:t>
            </a:r>
          </a:p>
          <a:p>
            <a:r>
              <a:t>第二個問題：極端日長什麼樣？</a:t>
            </a:r>
          </a:p>
          <a:p>
            <a:endParaRPr/>
          </a:p>
          <a:p>
            <a:r>
              <a:t>先定義。我把「當天最嚴重的測站達到研究期間第 90 百分位、也就是 80.34 ppb」的日子叫事件日，八年共 293 天，剛好一成。事件日全市平均 73 ppb，平常 44。</a:t>
            </a:r>
          </a:p>
          <a:p>
            <a:endParaRPr/>
          </a:p>
          <a:p>
            <a:r>
              <a:t>什麼時候發生？左上這張圖很清楚：十月最多，71 天；秋天 148、春天 101，夏天整個只有 6 天。跟 R1 的季節型態完全一致。</a:t>
            </a:r>
          </a:p>
          <a:p>
            <a:endParaRPr/>
          </a:p>
          <a:p>
            <a:r>
              <a:t>那事件日的天氣有什麼特別？因為事件集中在春秋，直接比較會被季節混進去，所以我先扣掉每個月的長期平均，再比事件日和非事件日。三張箱型圖：事件日濕度低了將近三個百分點、日照多一小時多、雨量也較少（差約 0.7 mm），三個都很顯著。有趣的是溫度沒有差——事件日並不是最熱的日子，這呼應了 R2 的溫度駝峰：太熱反而不利。</a:t>
            </a:r>
          </a:p>
          <a:p>
            <a:endParaRPr/>
          </a:p>
          <a:p>
            <a:r>
              <a:t>最後兩個數字。事件日從 2018 年的 72 天掉到 2025 年的 12 天，這個等一下講趨勢會再回來。293 個事件日裡有 170 天最高站是林園——極端值在空間上非常集中。</a:t>
            </a:r>
          </a:p>
          <a:p>
            <a:endParaRPr/>
          </a:p>
          <a:p>
            <a:r>
              <a:t>（防身備註 1）「事件日平均 73 怎麼會低於門檻 80？」——門檻看的是當天「最高站」，73 是 12 站「平均」，兩個量不同，不矛盾。</a:t>
            </a:r>
          </a:p>
          <a:p>
            <a:r>
              <a:t>（防身備註 2）「雨量在 logistic 模型裡係數是正的？」——單變量比較事件日雨量確實較少；多變量裡控制了濕度和日照後，殘餘的雨量變異已不代表「乾晴」，那是條件關聯，不能解讀成下雨促進臭氧。</a:t>
            </a:r>
          </a:p>
          <a:p>
            <a:r>
              <a:t>（防身備註 3）「為什麼用 P90 不直接用 60 ppb？」——60 ppb 有 1,325 天（45%），描述的是常態；P90 抓的是上尾。兩個都做了（P95、60 ppb 平行），型態一致。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R4 講稿（這頁刻意短，約 40 秒，把懸念吊起來）：</a:t>
            </a:r>
          </a:p>
          <a:p>
            <a:r>
              <a:t>最後一個問題：這八年臭氧有沒有真的改善？先看謎題。</a:t>
            </a:r>
          </a:p>
          <a:p>
            <a:endParaRPr/>
          </a:p>
          <a:p>
            <a:r>
              <a:t>這八年管制的主角是前驅物：NOx 從 18.4 降到 13.4 ppb，每年掉 0.71，非常顯著；NO₂、CO、PM2.5 也全部顯著下降。那臭氧呢？左下這張年均圖看起來是往下的，2020 年 49.4、2025 年 45.0。但做趨勢檢定：每年 −0.56 ppb，p 值 0.14，不顯著；換兩個時間窗也都不顯著。</a:t>
            </a:r>
          </a:p>
          <a:p>
            <a:endParaRPr/>
          </a:p>
          <a:p>
            <a:r>
              <a:t>照原始資料下結論，答案會是「查無成效」。問題是：真的沒效，還是天氣把訊號蓋住了？我們在前言就說過，逐年的天氣起伏可以遮住、也可以假冒一個趨勢。下一頁把天氣拿掉。</a:t>
            </a:r>
          </a:p>
          <a:p>
            <a:endParaRPr/>
          </a:p>
          <a:p>
            <a:r>
              <a:t>（防身備註）「年均圖明明在降，為什麼不顯著？」——月序列只有 96 個點、季節振幅又比趨勢大幾十倍，加上 2020 高、2022 低這種年際天氣起伏，檢定的變異太大；這正是要做氣象常態化的理由。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R5 講稿（全場高潮，放慢）：</a:t>
            </a:r>
          </a:p>
          <a:p>
            <a:r>
              <a:t>同一條月序列，灰色虛線是觀測值，紅線是把天氣扣掉之後的。做法就是方法講的常態化：三百次把每天的氣象換成同一測站其他日子的、丟回模型預測、再取平均。</a:t>
            </a:r>
          </a:p>
          <a:p>
            <a:endParaRPr/>
          </a:p>
          <a:p>
            <a:r>
              <a:t>可以看到紅線把逐年的大起大落抹平了，剩下一條緩緩往下的線。檢定結果：每年 −0.28 ppb，p 值小於十萬分之三，高度顯著；換成 2018 到 24、或 2019 到 25 兩個時間窗也都顯著。</a:t>
            </a:r>
          </a:p>
          <a:p>
            <a:endParaRPr/>
          </a:p>
          <a:p>
            <a:r>
              <a:t>這裡大家可能會覺得奇怪：扣掉天氣之後，下降幅度反而變小，怎麼會變顯著？因為原始的 −0.56 裡，有一部分是天氣幫的忙——後面幾年的天氣剛好比較不利臭氧生成。把這部分還回去之後，剩下的 −0.28 才是排放面帶來的真實改善，而且它很乾淨，乾淨到通過檢定。</a:t>
            </a:r>
          </a:p>
          <a:p>
            <a:endParaRPr/>
          </a:p>
          <a:p>
            <a:r>
              <a:t>所以回答標題的問題：改善是真的，只是被天氣藏起來了。</a:t>
            </a:r>
          </a:p>
          <a:p>
            <a:endParaRPr/>
          </a:p>
          <a:p>
            <a:r>
              <a:t>（防身備註 1）「全期訓練不會過擬合？」——解釋性用途、不做時間外推，靠 OOB 監控（OOB R² 0.757）；跟驅動模型的時間切分用途不同、設計就不同。</a:t>
            </a:r>
          </a:p>
          <a:p>
            <a:r>
              <a:t>（防身備註 2）「怎麼確定下降不是方法製造的？」——12 站全負、10 站顯著（Bonferroni 後 9 站）；P90 事件日 72→12 天、60 ppb 超標日 50%→36% 同步下降；前驅物同步顯著下降；換 100 次迭代、同月抽換、加日照三種設定斜率 −0.27 到 −0.39 全部顯著。</a:t>
            </a:r>
          </a:p>
          <a:p>
            <a:r>
              <a:t>（防身備註 3）「為什麼幅度變小？」——常態化把「後幾年天氣偏不利臭氧」的貢獻還回去，剩下的才是排放訊號；含日照版反而更陡（−0.386），主結果是保守的。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R6 講稿（約 60 秒）：</a:t>
            </a:r>
          </a:p>
          <a:p>
            <a:r>
              <a:t>揭曉之後，大家自然會問：這個下降會不會是方法做出來的？我用五個獨立的角度檢查。</a:t>
            </a:r>
          </a:p>
          <a:p>
            <a:endParaRPr/>
          </a:p>
          <a:p>
            <a:r>
              <a:t>左邊這張圖，是 12 個測站各自做常態化之後的斜率：12 站全部是負的，10 站顯著；就算做 Bonferroni 多重比較校正，還有 9 站顯著。不顯著的只有復興和美濃，斜率也還是負的。綠色虛線是全市的 −0.28，大部分測站都在它附近或更陡。</a:t>
            </a:r>
          </a:p>
          <a:p>
            <a:endParaRPr/>
          </a:p>
          <a:p>
            <a:r>
              <a:t>右邊四張卡：極端事件日從 2018 年的 72 天掉到 2025 年的 12 天；60 ppb 的超標日比例從一半掉到三成六；換三種常態化設定——一百次迭代、同月抽換、加日照——斜率都在 −0.27 到 −0.39 之間、全部顯著；三個時間窗的答案也一樣。最下面一張是排放端：NOx、NO₂、CO、PM2.5 同期全部顯著下降，排放的證據跟臭氧的下降是對得上的。</a:t>
            </a:r>
          </a:p>
          <a:p>
            <a:endParaRPr/>
          </a:p>
          <a:p>
            <a:r>
              <a:t>五條線指向同一個答案：下降是真的。</a:t>
            </a:r>
          </a:p>
          <a:p>
            <a:endParaRPr/>
          </a:p>
          <a:p>
            <a:r>
              <a:t>（防身備註 1）Bonferroni 之後掉出去的是前鎮（p = 0.024）；含日照版的斜率 −0.386 比主結果更陡，主結果反而是保守的選擇。</a:t>
            </a:r>
          </a:p>
          <a:p>
            <a:r>
              <a:t>（防身備註 2）「美濃為什麼不顯著？」——美濃在遠郊、下風的位置，臭氧主要來自區域傳輸與下風累積，在地排放減量的訊號本來就最弱；它是一般站（背景站是橋頭，橋頭本身顯著下降）。</a:t>
            </a:r>
          </a:p>
          <a:p>
            <a:r>
              <a:t>（防身備註 3）被問自相關——誠實答：未做 Hamed–Rao 或 prewhitening，是限制；防禦是月分層以同月跨年為比較單位、主結論 p 值到 1e-5 不是壓線、換時間窗穩健；列入修訂補強。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R7 </a:t>
            </a:r>
            <a:r>
              <a:rPr dirty="0" err="1"/>
              <a:t>講稿（約</a:t>
            </a:r>
            <a:r>
              <a:rPr dirty="0"/>
              <a:t> 70 秒）：</a:t>
            </a:r>
          </a:p>
          <a:p>
            <a:r>
              <a:rPr dirty="0" err="1"/>
              <a:t>最後把三個問題收起來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第一，驅動臭氧的是海風、高溫、季節和濕度；溫度到</a:t>
            </a:r>
            <a:r>
              <a:rPr dirty="0"/>
              <a:t> 28 </a:t>
            </a:r>
            <a:r>
              <a:rPr dirty="0" err="1"/>
              <a:t>度左右效應最強，再熱反而下降</a:t>
            </a:r>
            <a:r>
              <a:rPr dirty="0"/>
              <a:t>——</a:t>
            </a:r>
            <a:r>
              <a:rPr dirty="0" err="1"/>
              <a:t>本質是光化學生成，加上海風把東西吹回陸地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第二，極端日是春秋的晴、乾、停滯天，不是最熱的日子；八年來從</a:t>
            </a:r>
            <a:r>
              <a:rPr dirty="0"/>
              <a:t> 72 </a:t>
            </a:r>
            <a:r>
              <a:rPr dirty="0" err="1"/>
              <a:t>天降到</a:t>
            </a:r>
            <a:r>
              <a:rPr dirty="0"/>
              <a:t> 12 </a:t>
            </a:r>
            <a:r>
              <a:rPr dirty="0" err="1"/>
              <a:t>天，而且高度集中在林園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第三，也是標題的答案：原始趨勢看不出顯著改善，但把天氣扣掉之後，每年下降</a:t>
            </a:r>
            <a:r>
              <a:rPr dirty="0"/>
              <a:t> 0.28 ppb、高度顯著，12 </a:t>
            </a:r>
            <a:r>
              <a:rPr dirty="0" err="1"/>
              <a:t>個測站全部同方向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所以高雄的臭氧是一個受天氣強烈調控、在秋季達到高峰、而且正在改善的系統</a:t>
            </a:r>
            <a:r>
              <a:rPr dirty="0"/>
              <a:t>——</a:t>
            </a:r>
            <a:r>
              <a:rPr dirty="0" err="1"/>
              <a:t>改善一直都在，只是被天氣藏起來了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兩個意涵。第一，扣掉天氣後的臭氧跟</a:t>
            </a:r>
            <a:r>
              <a:rPr dirty="0"/>
              <a:t> </a:t>
            </a:r>
            <a:r>
              <a:rPr dirty="0" err="1"/>
              <a:t>NOx、NO</a:t>
            </a:r>
            <a:r>
              <a:rPr dirty="0"/>
              <a:t>₂、CO、PM2.5 </a:t>
            </a:r>
            <a:r>
              <a:rPr dirty="0" err="1"/>
              <a:t>同步下降、方向一致，跟管制期間相符</a:t>
            </a:r>
            <a:r>
              <a:rPr dirty="0"/>
              <a:t>——</a:t>
            </a:r>
            <a:r>
              <a:rPr dirty="0" err="1"/>
              <a:t>減量值得延續；而且評估成效要用扣掉天氣的趨勢，直接看原始資料會誤判成「無效</a:t>
            </a:r>
            <a:r>
              <a:rPr dirty="0"/>
              <a:t>」。</a:t>
            </a:r>
            <a:r>
              <a:rPr dirty="0" err="1"/>
              <a:t>第二，秋季那種晴、乾、向岸風的日子是高風險窗口，適合拿來做預警和短期加強管制的時機</a:t>
            </a:r>
            <a:r>
              <a:rPr dirty="0"/>
              <a:t>。</a:t>
            </a:r>
          </a:p>
          <a:p>
            <a:endParaRPr dirty="0"/>
          </a:p>
          <a:p>
            <a:r>
              <a:rPr dirty="0" err="1"/>
              <a:t>接下來我會把</a:t>
            </a:r>
            <a:r>
              <a:rPr dirty="0"/>
              <a:t> VOC </a:t>
            </a:r>
            <a:r>
              <a:rPr dirty="0" err="1"/>
              <a:t>資料補進來、把前驅物納入驅動模型，再加上後向軌跡和事件預報。謝謝大家，請老師和同學指教</a:t>
            </a:r>
            <a:r>
              <a:rPr dirty="0"/>
              <a:t>。</a:t>
            </a:r>
          </a:p>
          <a:p>
            <a:endParaRPr dirty="0"/>
          </a:p>
          <a:p>
            <a:r>
              <a:rPr dirty="0"/>
              <a:t>（</a:t>
            </a:r>
            <a:r>
              <a:rPr dirty="0" err="1"/>
              <a:t>防身備註</a:t>
            </a:r>
            <a:r>
              <a:rPr dirty="0"/>
              <a:t>）「</a:t>
            </a:r>
            <a:r>
              <a:rPr dirty="0" err="1"/>
              <a:t>政策意涵會不會講太滿</a:t>
            </a:r>
            <a:r>
              <a:rPr dirty="0"/>
              <a:t>？」——</a:t>
            </a:r>
            <a:r>
              <a:rPr dirty="0" err="1"/>
              <a:t>本研究只能說臭氧的排放面訊號與前驅物同步下降、方向一致，無法歸因到單一政策；措辭是「與管制期間一致」而非因果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7A5C62-672D-5DC4-ABE5-E31C73F7C5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4AFB9BA8-AD6F-A994-D7BD-AE426CD536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8DCEF6-D866-08F8-4D4E-6A379ED60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4F263-19D6-4B96-93A8-F416462016D7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8A05AD-4A4A-C903-BB9C-608743A31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B4FF41-BEE9-54B6-DE80-9704A3283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31947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056DAA-20D7-5316-33FE-F18519DBD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D2A229-EC98-E144-A6A6-4C77091E2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27AE1A2-5399-F302-FDD2-98E8EB7D1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04425-3789-41B4-B313-E877FCE8D3B2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E717FF-825B-8C36-D3FB-BEE05D034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6F9A5E5-FA48-81B1-C33E-C724618EC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6931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9B8EB4-0E4A-3D57-D313-420C5D0C4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EBD5D26-4FD9-6ED3-1805-77A889BDD1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059FCC-AC3D-51DC-4AFC-ADAEDC06F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57949-E50A-48D3-8864-DA0FC5049766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FCE044-29B9-8D19-9450-7010642547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65EB9A1-996D-E72A-1394-25D623486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23247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5D50B30-BF13-4BCD-11FD-793A7328B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5DE2120-BF16-761A-1261-A574BFC638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15EFDF9-9C38-AD2C-A706-14DBBA5E4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7083875-0BB0-446A-5C82-16244CBCE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F4E29B-4227-4A4F-9376-719BEB02D674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8360B91-4E58-B56D-872F-1742757C8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F98EDF0-F2A7-D6A7-2766-3F1DA96E3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74897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6C6539-06B7-BFE2-DE24-B5ED28BF2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44EA7CC-F67A-211F-3BC7-EFA393F55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2BCA0DA-2197-D1AD-2054-9654141BBF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3C7EE401-F153-622E-7B20-BEDB92DECF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3AB1FCC-19E1-9E93-2BCD-AC4F23F2E0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EB87D-8760-AEF0-5D12-2F900E98D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5C12F-D457-445A-97E3-E433C0FCA5F5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7EBF1BE5-DA45-8B79-43F0-6192BC2F7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4CA4688-9A9D-DC1A-0CA9-207FA49E3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1883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2BD70F3E-B115-FAAF-2866-D3DA7BA4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EE0E9-6868-433D-A282-5ADC971C7638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F64599A-5D02-7D04-B4DD-D12560772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0A3759-89DF-1995-41CE-A62CEC942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7" name="手繪多邊形: 圖案 6">
            <a:extLst>
              <a:ext uri="{FF2B5EF4-FFF2-40B4-BE49-F238E27FC236}">
                <a16:creationId xmlns:a16="http://schemas.microsoft.com/office/drawing/2014/main" id="{F051C2C9-E309-CB26-2694-761B158F8A30}"/>
              </a:ext>
            </a:extLst>
          </p:cNvPr>
          <p:cNvSpPr/>
          <p:nvPr userDrawn="1"/>
        </p:nvSpPr>
        <p:spPr>
          <a:xfrm>
            <a:off x="-255" y="0"/>
            <a:ext cx="12192255" cy="6863783"/>
          </a:xfrm>
          <a:custGeom>
            <a:avLst/>
            <a:gdLst>
              <a:gd name="csX0" fmla="*/ 255 w 12192255"/>
              <a:gd name="csY0" fmla="*/ 3423326 h 6863783"/>
              <a:gd name="csX1" fmla="*/ 255 w 12192255"/>
              <a:gd name="csY1" fmla="*/ 3434675 h 6863783"/>
              <a:gd name="csX2" fmla="*/ 0 w 12192255"/>
              <a:gd name="csY2" fmla="*/ 3429000 h 6863783"/>
              <a:gd name="csX3" fmla="*/ 6440589 w 12192255"/>
              <a:gd name="csY3" fmla="*/ 5783 h 6863783"/>
              <a:gd name="csX4" fmla="*/ 12192255 w 12192255"/>
              <a:gd name="csY4" fmla="*/ 5783 h 6863783"/>
              <a:gd name="csX5" fmla="*/ 12192255 w 12192255"/>
              <a:gd name="csY5" fmla="*/ 6863783 h 6863783"/>
              <a:gd name="csX6" fmla="*/ 255 w 12192255"/>
              <a:gd name="csY6" fmla="*/ 6863783 h 6863783"/>
              <a:gd name="csX7" fmla="*/ 255 w 12192255"/>
              <a:gd name="csY7" fmla="*/ 3434675 h 6863783"/>
              <a:gd name="csX8" fmla="*/ 7932 w 12192255"/>
              <a:gd name="csY8" fmla="*/ 3605456 h 6863783"/>
              <a:gd name="csX9" fmla="*/ 6096001 w 12192255"/>
              <a:gd name="csY9" fmla="*/ 6858000 h 6863783"/>
              <a:gd name="csX10" fmla="*/ 12192000 w 12192255"/>
              <a:gd name="csY10" fmla="*/ 3429000 h 6863783"/>
              <a:gd name="csX11" fmla="*/ 6719281 w 12192255"/>
              <a:gd name="csY11" fmla="*/ 17704 h 6863783"/>
              <a:gd name="csX12" fmla="*/ 255 w 12192255"/>
              <a:gd name="csY12" fmla="*/ 5783 h 6863783"/>
              <a:gd name="csX13" fmla="*/ 5751412 w 12192255"/>
              <a:gd name="csY13" fmla="*/ 5783 h 6863783"/>
              <a:gd name="csX14" fmla="*/ 5472720 w 12192255"/>
              <a:gd name="csY14" fmla="*/ 17704 h 6863783"/>
              <a:gd name="csX15" fmla="*/ 7932 w 12192255"/>
              <a:gd name="csY15" fmla="*/ 3252544 h 6863783"/>
              <a:gd name="csX16" fmla="*/ 255 w 12192255"/>
              <a:gd name="csY16" fmla="*/ 3423326 h 6863783"/>
              <a:gd name="csX17" fmla="*/ 6096001 w 12192255"/>
              <a:gd name="csY17" fmla="*/ 0 h 6863783"/>
              <a:gd name="csX18" fmla="*/ 6409700 w 12192255"/>
              <a:gd name="csY18" fmla="*/ 4462 h 6863783"/>
              <a:gd name="csX19" fmla="*/ 6440589 w 12192255"/>
              <a:gd name="csY19" fmla="*/ 5783 h 6863783"/>
              <a:gd name="csX20" fmla="*/ 5751412 w 12192255"/>
              <a:gd name="csY20" fmla="*/ 5783 h 6863783"/>
              <a:gd name="csX21" fmla="*/ 5782301 w 12192255"/>
              <a:gd name="csY21" fmla="*/ 4462 h 6863783"/>
              <a:gd name="csX22" fmla="*/ 6096001 w 12192255"/>
              <a:gd name="csY22" fmla="*/ 0 h 6863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2192255" h="6863783">
                <a:moveTo>
                  <a:pt x="255" y="3423326"/>
                </a:moveTo>
                <a:lnTo>
                  <a:pt x="255" y="3434675"/>
                </a:lnTo>
                <a:lnTo>
                  <a:pt x="0" y="3429000"/>
                </a:lnTo>
                <a:close/>
                <a:moveTo>
                  <a:pt x="6440589" y="5783"/>
                </a:moveTo>
                <a:lnTo>
                  <a:pt x="12192255" y="5783"/>
                </a:lnTo>
                <a:lnTo>
                  <a:pt x="12192255" y="6863783"/>
                </a:lnTo>
                <a:lnTo>
                  <a:pt x="255" y="6863783"/>
                </a:lnTo>
                <a:lnTo>
                  <a:pt x="255" y="3434675"/>
                </a:lnTo>
                <a:lnTo>
                  <a:pt x="7932" y="3605456"/>
                </a:lnTo>
                <a:cubicBezTo>
                  <a:pt x="171202" y="5417236"/>
                  <a:pt x="2834483" y="6858000"/>
                  <a:pt x="6096001" y="6858000"/>
                </a:cubicBezTo>
                <a:cubicBezTo>
                  <a:pt x="9462728" y="6858000"/>
                  <a:pt x="12192000" y="5322784"/>
                  <a:pt x="12192000" y="3429000"/>
                </a:cubicBezTo>
                <a:cubicBezTo>
                  <a:pt x="12192000" y="1653578"/>
                  <a:pt x="9793226" y="193303"/>
                  <a:pt x="6719281" y="17704"/>
                </a:cubicBezTo>
                <a:close/>
                <a:moveTo>
                  <a:pt x="255" y="5783"/>
                </a:moveTo>
                <a:lnTo>
                  <a:pt x="5751412" y="5783"/>
                </a:lnTo>
                <a:lnTo>
                  <a:pt x="5472720" y="17704"/>
                </a:lnTo>
                <a:cubicBezTo>
                  <a:pt x="2501239" y="187449"/>
                  <a:pt x="160669" y="1557653"/>
                  <a:pt x="7932" y="3252544"/>
                </a:cubicBezTo>
                <a:lnTo>
                  <a:pt x="255" y="3423326"/>
                </a:lnTo>
                <a:close/>
                <a:moveTo>
                  <a:pt x="6096001" y="0"/>
                </a:moveTo>
                <a:cubicBezTo>
                  <a:pt x="6201211" y="0"/>
                  <a:pt x="6305798" y="1499"/>
                  <a:pt x="6409700" y="4462"/>
                </a:cubicBezTo>
                <a:lnTo>
                  <a:pt x="6440589" y="5783"/>
                </a:lnTo>
                <a:lnTo>
                  <a:pt x="5751412" y="5783"/>
                </a:lnTo>
                <a:lnTo>
                  <a:pt x="5782301" y="4462"/>
                </a:lnTo>
                <a:cubicBezTo>
                  <a:pt x="5886203" y="1499"/>
                  <a:pt x="5990790" y="0"/>
                  <a:pt x="6096001" y="0"/>
                </a:cubicBezTo>
                <a:close/>
              </a:path>
            </a:pathLst>
          </a:custGeom>
          <a:solidFill>
            <a:schemeClr val="accent2">
              <a:lumMod val="50000"/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56750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06A492-6877-4A92-1CAE-92F27182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44A0A-7E38-4BE2-AB7C-8CBF07E1D769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1305B3C-8D58-D148-74B2-84858B0E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F3C332-F4C0-DF5F-A436-B55016ED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DB2A5F45-195D-793F-D5A4-599BF7676285}"/>
              </a:ext>
            </a:extLst>
          </p:cNvPr>
          <p:cNvSpPr/>
          <p:nvPr userDrawn="1"/>
        </p:nvSpPr>
        <p:spPr>
          <a:xfrm>
            <a:off x="-255" y="0"/>
            <a:ext cx="12192255" cy="6863783"/>
          </a:xfrm>
          <a:custGeom>
            <a:avLst/>
            <a:gdLst>
              <a:gd name="csX0" fmla="*/ 255 w 12192255"/>
              <a:gd name="csY0" fmla="*/ 3423326 h 6863783"/>
              <a:gd name="csX1" fmla="*/ 255 w 12192255"/>
              <a:gd name="csY1" fmla="*/ 3434675 h 6863783"/>
              <a:gd name="csX2" fmla="*/ 0 w 12192255"/>
              <a:gd name="csY2" fmla="*/ 3429000 h 6863783"/>
              <a:gd name="csX3" fmla="*/ 6440589 w 12192255"/>
              <a:gd name="csY3" fmla="*/ 5783 h 6863783"/>
              <a:gd name="csX4" fmla="*/ 12192255 w 12192255"/>
              <a:gd name="csY4" fmla="*/ 5783 h 6863783"/>
              <a:gd name="csX5" fmla="*/ 12192255 w 12192255"/>
              <a:gd name="csY5" fmla="*/ 6863783 h 6863783"/>
              <a:gd name="csX6" fmla="*/ 255 w 12192255"/>
              <a:gd name="csY6" fmla="*/ 6863783 h 6863783"/>
              <a:gd name="csX7" fmla="*/ 255 w 12192255"/>
              <a:gd name="csY7" fmla="*/ 3434675 h 6863783"/>
              <a:gd name="csX8" fmla="*/ 7932 w 12192255"/>
              <a:gd name="csY8" fmla="*/ 3605456 h 6863783"/>
              <a:gd name="csX9" fmla="*/ 6096001 w 12192255"/>
              <a:gd name="csY9" fmla="*/ 6858000 h 6863783"/>
              <a:gd name="csX10" fmla="*/ 12192000 w 12192255"/>
              <a:gd name="csY10" fmla="*/ 3429000 h 6863783"/>
              <a:gd name="csX11" fmla="*/ 6719281 w 12192255"/>
              <a:gd name="csY11" fmla="*/ 17704 h 6863783"/>
              <a:gd name="csX12" fmla="*/ 255 w 12192255"/>
              <a:gd name="csY12" fmla="*/ 5783 h 6863783"/>
              <a:gd name="csX13" fmla="*/ 5751412 w 12192255"/>
              <a:gd name="csY13" fmla="*/ 5783 h 6863783"/>
              <a:gd name="csX14" fmla="*/ 5472720 w 12192255"/>
              <a:gd name="csY14" fmla="*/ 17704 h 6863783"/>
              <a:gd name="csX15" fmla="*/ 7932 w 12192255"/>
              <a:gd name="csY15" fmla="*/ 3252544 h 6863783"/>
              <a:gd name="csX16" fmla="*/ 255 w 12192255"/>
              <a:gd name="csY16" fmla="*/ 3423326 h 6863783"/>
              <a:gd name="csX17" fmla="*/ 6096001 w 12192255"/>
              <a:gd name="csY17" fmla="*/ 0 h 6863783"/>
              <a:gd name="csX18" fmla="*/ 6409700 w 12192255"/>
              <a:gd name="csY18" fmla="*/ 4462 h 6863783"/>
              <a:gd name="csX19" fmla="*/ 6440589 w 12192255"/>
              <a:gd name="csY19" fmla="*/ 5783 h 6863783"/>
              <a:gd name="csX20" fmla="*/ 5751412 w 12192255"/>
              <a:gd name="csY20" fmla="*/ 5783 h 6863783"/>
              <a:gd name="csX21" fmla="*/ 5782301 w 12192255"/>
              <a:gd name="csY21" fmla="*/ 4462 h 6863783"/>
              <a:gd name="csX22" fmla="*/ 6096001 w 12192255"/>
              <a:gd name="csY22" fmla="*/ 0 h 6863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2192255" h="6863783">
                <a:moveTo>
                  <a:pt x="255" y="3423326"/>
                </a:moveTo>
                <a:lnTo>
                  <a:pt x="255" y="3434675"/>
                </a:lnTo>
                <a:lnTo>
                  <a:pt x="0" y="3429000"/>
                </a:lnTo>
                <a:close/>
                <a:moveTo>
                  <a:pt x="6440589" y="5783"/>
                </a:moveTo>
                <a:lnTo>
                  <a:pt x="12192255" y="5783"/>
                </a:lnTo>
                <a:lnTo>
                  <a:pt x="12192255" y="6863783"/>
                </a:lnTo>
                <a:lnTo>
                  <a:pt x="255" y="6863783"/>
                </a:lnTo>
                <a:lnTo>
                  <a:pt x="255" y="3434675"/>
                </a:lnTo>
                <a:lnTo>
                  <a:pt x="7932" y="3605456"/>
                </a:lnTo>
                <a:cubicBezTo>
                  <a:pt x="171202" y="5417236"/>
                  <a:pt x="2834483" y="6858000"/>
                  <a:pt x="6096001" y="6858000"/>
                </a:cubicBezTo>
                <a:cubicBezTo>
                  <a:pt x="9462728" y="6858000"/>
                  <a:pt x="12192000" y="5322784"/>
                  <a:pt x="12192000" y="3429000"/>
                </a:cubicBezTo>
                <a:cubicBezTo>
                  <a:pt x="12192000" y="1653578"/>
                  <a:pt x="9793226" y="193303"/>
                  <a:pt x="6719281" y="17704"/>
                </a:cubicBezTo>
                <a:close/>
                <a:moveTo>
                  <a:pt x="255" y="5783"/>
                </a:moveTo>
                <a:lnTo>
                  <a:pt x="5751412" y="5783"/>
                </a:lnTo>
                <a:lnTo>
                  <a:pt x="5472720" y="17704"/>
                </a:lnTo>
                <a:cubicBezTo>
                  <a:pt x="2501239" y="187449"/>
                  <a:pt x="160669" y="1557653"/>
                  <a:pt x="7932" y="3252544"/>
                </a:cubicBezTo>
                <a:lnTo>
                  <a:pt x="255" y="3423326"/>
                </a:lnTo>
                <a:close/>
                <a:moveTo>
                  <a:pt x="6096001" y="0"/>
                </a:moveTo>
                <a:cubicBezTo>
                  <a:pt x="6201211" y="0"/>
                  <a:pt x="6305798" y="1499"/>
                  <a:pt x="6409700" y="4462"/>
                </a:cubicBezTo>
                <a:lnTo>
                  <a:pt x="6440589" y="5783"/>
                </a:lnTo>
                <a:lnTo>
                  <a:pt x="5751412" y="5783"/>
                </a:lnTo>
                <a:lnTo>
                  <a:pt x="5782301" y="4462"/>
                </a:lnTo>
                <a:cubicBezTo>
                  <a:pt x="5886203" y="1499"/>
                  <a:pt x="5990790" y="0"/>
                  <a:pt x="6096001" y="0"/>
                </a:cubicBezTo>
                <a:close/>
              </a:path>
            </a:pathLst>
          </a:custGeom>
          <a:solidFill>
            <a:schemeClr val="accent2">
              <a:lumMod val="50000"/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dirty="0"/>
          </a:p>
        </p:txBody>
      </p:sp>
      <p:pic>
        <p:nvPicPr>
          <p:cNvPr id="7" name="圖形 6" descr="陰雨時晴 以實心填滿">
            <a:extLst>
              <a:ext uri="{FF2B5EF4-FFF2-40B4-BE49-F238E27FC236}">
                <a16:creationId xmlns:a16="http://schemas.microsoft.com/office/drawing/2014/main" id="{1326492B-B13B-5025-93DA-298A07EF8A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431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206A492-6877-4A92-1CAE-92F27182C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44A0A-7E38-4BE2-AB7C-8CBF07E1D769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1305B3C-8D58-D148-74B2-84858B0EC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DF3C332-F4C0-DF5F-A436-B55016ED8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6" name="手繪多邊形: 圖案 5">
            <a:extLst>
              <a:ext uri="{FF2B5EF4-FFF2-40B4-BE49-F238E27FC236}">
                <a16:creationId xmlns:a16="http://schemas.microsoft.com/office/drawing/2014/main" id="{DB2A5F45-195D-793F-D5A4-599BF7676285}"/>
              </a:ext>
            </a:extLst>
          </p:cNvPr>
          <p:cNvSpPr/>
          <p:nvPr userDrawn="1"/>
        </p:nvSpPr>
        <p:spPr>
          <a:xfrm>
            <a:off x="-255" y="0"/>
            <a:ext cx="12192255" cy="6863783"/>
          </a:xfrm>
          <a:custGeom>
            <a:avLst/>
            <a:gdLst>
              <a:gd name="csX0" fmla="*/ 255 w 12192255"/>
              <a:gd name="csY0" fmla="*/ 3423326 h 6863783"/>
              <a:gd name="csX1" fmla="*/ 255 w 12192255"/>
              <a:gd name="csY1" fmla="*/ 3434675 h 6863783"/>
              <a:gd name="csX2" fmla="*/ 0 w 12192255"/>
              <a:gd name="csY2" fmla="*/ 3429000 h 6863783"/>
              <a:gd name="csX3" fmla="*/ 6440589 w 12192255"/>
              <a:gd name="csY3" fmla="*/ 5783 h 6863783"/>
              <a:gd name="csX4" fmla="*/ 12192255 w 12192255"/>
              <a:gd name="csY4" fmla="*/ 5783 h 6863783"/>
              <a:gd name="csX5" fmla="*/ 12192255 w 12192255"/>
              <a:gd name="csY5" fmla="*/ 6863783 h 6863783"/>
              <a:gd name="csX6" fmla="*/ 255 w 12192255"/>
              <a:gd name="csY6" fmla="*/ 6863783 h 6863783"/>
              <a:gd name="csX7" fmla="*/ 255 w 12192255"/>
              <a:gd name="csY7" fmla="*/ 3434675 h 6863783"/>
              <a:gd name="csX8" fmla="*/ 7932 w 12192255"/>
              <a:gd name="csY8" fmla="*/ 3605456 h 6863783"/>
              <a:gd name="csX9" fmla="*/ 6096001 w 12192255"/>
              <a:gd name="csY9" fmla="*/ 6858000 h 6863783"/>
              <a:gd name="csX10" fmla="*/ 12192000 w 12192255"/>
              <a:gd name="csY10" fmla="*/ 3429000 h 6863783"/>
              <a:gd name="csX11" fmla="*/ 6719281 w 12192255"/>
              <a:gd name="csY11" fmla="*/ 17704 h 6863783"/>
              <a:gd name="csX12" fmla="*/ 255 w 12192255"/>
              <a:gd name="csY12" fmla="*/ 5783 h 6863783"/>
              <a:gd name="csX13" fmla="*/ 5751412 w 12192255"/>
              <a:gd name="csY13" fmla="*/ 5783 h 6863783"/>
              <a:gd name="csX14" fmla="*/ 5472720 w 12192255"/>
              <a:gd name="csY14" fmla="*/ 17704 h 6863783"/>
              <a:gd name="csX15" fmla="*/ 7932 w 12192255"/>
              <a:gd name="csY15" fmla="*/ 3252544 h 6863783"/>
              <a:gd name="csX16" fmla="*/ 255 w 12192255"/>
              <a:gd name="csY16" fmla="*/ 3423326 h 6863783"/>
              <a:gd name="csX17" fmla="*/ 6096001 w 12192255"/>
              <a:gd name="csY17" fmla="*/ 0 h 6863783"/>
              <a:gd name="csX18" fmla="*/ 6409700 w 12192255"/>
              <a:gd name="csY18" fmla="*/ 4462 h 6863783"/>
              <a:gd name="csX19" fmla="*/ 6440589 w 12192255"/>
              <a:gd name="csY19" fmla="*/ 5783 h 6863783"/>
              <a:gd name="csX20" fmla="*/ 5751412 w 12192255"/>
              <a:gd name="csY20" fmla="*/ 5783 h 6863783"/>
              <a:gd name="csX21" fmla="*/ 5782301 w 12192255"/>
              <a:gd name="csY21" fmla="*/ 4462 h 6863783"/>
              <a:gd name="csX22" fmla="*/ 6096001 w 12192255"/>
              <a:gd name="csY22" fmla="*/ 0 h 68637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12192255" h="6863783">
                <a:moveTo>
                  <a:pt x="255" y="3423326"/>
                </a:moveTo>
                <a:lnTo>
                  <a:pt x="255" y="3434675"/>
                </a:lnTo>
                <a:lnTo>
                  <a:pt x="0" y="3429000"/>
                </a:lnTo>
                <a:close/>
                <a:moveTo>
                  <a:pt x="6440589" y="5783"/>
                </a:moveTo>
                <a:lnTo>
                  <a:pt x="12192255" y="5783"/>
                </a:lnTo>
                <a:lnTo>
                  <a:pt x="12192255" y="6863783"/>
                </a:lnTo>
                <a:lnTo>
                  <a:pt x="255" y="6863783"/>
                </a:lnTo>
                <a:lnTo>
                  <a:pt x="255" y="3434675"/>
                </a:lnTo>
                <a:lnTo>
                  <a:pt x="7932" y="3605456"/>
                </a:lnTo>
                <a:cubicBezTo>
                  <a:pt x="171202" y="5417236"/>
                  <a:pt x="2834483" y="6858000"/>
                  <a:pt x="6096001" y="6858000"/>
                </a:cubicBezTo>
                <a:cubicBezTo>
                  <a:pt x="9462728" y="6858000"/>
                  <a:pt x="12192000" y="5322784"/>
                  <a:pt x="12192000" y="3429000"/>
                </a:cubicBezTo>
                <a:cubicBezTo>
                  <a:pt x="12192000" y="1653578"/>
                  <a:pt x="9793226" y="193303"/>
                  <a:pt x="6719281" y="17704"/>
                </a:cubicBezTo>
                <a:close/>
                <a:moveTo>
                  <a:pt x="255" y="5783"/>
                </a:moveTo>
                <a:lnTo>
                  <a:pt x="5751412" y="5783"/>
                </a:lnTo>
                <a:lnTo>
                  <a:pt x="5472720" y="17704"/>
                </a:lnTo>
                <a:cubicBezTo>
                  <a:pt x="2501239" y="187449"/>
                  <a:pt x="160669" y="1557653"/>
                  <a:pt x="7932" y="3252544"/>
                </a:cubicBezTo>
                <a:lnTo>
                  <a:pt x="255" y="3423326"/>
                </a:lnTo>
                <a:close/>
                <a:moveTo>
                  <a:pt x="6096001" y="0"/>
                </a:moveTo>
                <a:cubicBezTo>
                  <a:pt x="6201211" y="0"/>
                  <a:pt x="6305798" y="1499"/>
                  <a:pt x="6409700" y="4462"/>
                </a:cubicBezTo>
                <a:lnTo>
                  <a:pt x="6440589" y="5783"/>
                </a:lnTo>
                <a:lnTo>
                  <a:pt x="5751412" y="5783"/>
                </a:lnTo>
                <a:lnTo>
                  <a:pt x="5782301" y="4462"/>
                </a:lnTo>
                <a:cubicBezTo>
                  <a:pt x="5886203" y="1499"/>
                  <a:pt x="5990790" y="0"/>
                  <a:pt x="6096001" y="0"/>
                </a:cubicBezTo>
                <a:close/>
              </a:path>
            </a:pathLst>
          </a:custGeom>
          <a:solidFill>
            <a:schemeClr val="accent2">
              <a:lumMod val="50000"/>
              <a:alpha val="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A28EB6-2E93-15E9-E0EC-4714E38BA6BA}"/>
              </a:ext>
            </a:extLst>
          </p:cNvPr>
          <p:cNvSpPr/>
          <p:nvPr userDrawn="1"/>
        </p:nvSpPr>
        <p:spPr>
          <a:xfrm>
            <a:off x="0" y="594458"/>
            <a:ext cx="230632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8" name="圖形 7" descr="陰雨時晴 以實心填滿">
            <a:extLst>
              <a:ext uri="{FF2B5EF4-FFF2-40B4-BE49-F238E27FC236}">
                <a16:creationId xmlns:a16="http://schemas.microsoft.com/office/drawing/2014/main" id="{009A61AF-9E80-C6F7-0493-A3DFE2E777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6844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74A006-08AE-2C25-F489-B1EA95942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70B2F1-0CA2-CBFE-CCFC-B76AFC4B9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A71479-BA58-AE22-7779-9402248269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20C84C1-45F6-5E2F-41B9-6E4F598DE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B6FDE9-4EEC-4885-B804-F65F2926566F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664F569-DF0E-A583-5F3F-5D3622ED1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4222F5E-69D2-E259-C472-A2870353D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8590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5ECE150-84C3-2533-7C59-99DB06AB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E54D067-E84A-86C9-13D2-123526DA5D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A7A4744-8463-5C4A-EC92-F61441DF8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AC8781D-9928-5141-3F35-83D28FC01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80C7C-2663-4B0E-B745-82A6226F0903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D11D66-F4CB-6C35-C2BD-5C5FF586E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A96A968-F693-38FB-AB11-4AD3372A0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9274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441541-8364-FA3D-F3FD-758B87BCD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E8E668B-D26C-8286-A69D-65A26A86FC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19EC83-5495-C966-53B9-02F5B6EBB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AE413B-FD4E-4923-88D0-27663C9F71B9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987FFFB-D8AA-B69F-4C2D-E16D28DA1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2FEB2A-C81B-35B2-96D8-1F40C59E8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89322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A4559BB-22B0-9957-950F-2BF2725069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383C2ACF-7ACF-38CC-1E35-3393872A0F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EFBE4C7-1979-7998-8F98-63898BFAA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CF6D8-7CFC-4566-BF36-8CE98B65B32C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3BF029-37C3-D10B-0C4B-5490A9527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09C582-18EF-8BF0-5AFF-41E61C47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78080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F0D739A-FAB5-9CF6-3CB6-39A98A410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7333FBD-E790-EE97-DE97-0531DB5689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29BFD0-3CA1-F4CB-A1BE-1437FD06A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B152CA-13EE-444D-B80E-380D06DB880D}" type="datetime1">
              <a:rPr lang="zh-TW" altLang="en-US" smtClean="0"/>
              <a:t>2026/9/26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E1F7E0B-10CD-0313-0C80-8F6A408F69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382C1B2-818D-B6C7-1F4D-3D4E3AF349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B902B2-BCB4-470E-B32E-58E609240AC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36985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66E9F34-0BA0-97ED-88C9-F679137385D3}"/>
              </a:ext>
            </a:extLst>
          </p:cNvPr>
          <p:cNvSpPr/>
          <p:nvPr/>
        </p:nvSpPr>
        <p:spPr>
          <a:xfrm>
            <a:off x="1631950" y="3765630"/>
            <a:ext cx="4855518" cy="316230"/>
          </a:xfrm>
          <a:prstGeom prst="roundRect">
            <a:avLst/>
          </a:prstGeom>
          <a:solidFill>
            <a:srgbClr val="5878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CF68E0A-79C7-A0C1-5996-EC5E80731BC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31950" y="1541463"/>
            <a:ext cx="10560050" cy="2112962"/>
          </a:xfrm>
        </p:spPr>
        <p:txBody>
          <a:bodyPr>
            <a:noAutofit/>
          </a:bodyPr>
          <a:lstStyle/>
          <a:p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Monitoring-based Assessment of </a:t>
            </a:r>
            <a:b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Recent Surface Ozone Trends, </a:t>
            </a:r>
            <a:b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Extreme Events, And Meteorological Drivers </a:t>
            </a:r>
            <a:b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altLang="zh-TW" sz="3600" b="1" dirty="0">
                <a:solidFill>
                  <a:schemeClr val="accent2">
                    <a:lumMod val="50000"/>
                  </a:schemeClr>
                </a:solidFill>
              </a:rPr>
              <a:t>in Kaohsiung, Taiwan (2018–2025)</a:t>
            </a:r>
            <a:r>
              <a:rPr lang="zh-TW" altLang="en-US" sz="36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1EB41A0-6320-46C5-612F-5119E7D67606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152650" y="4432300"/>
            <a:ext cx="10039350" cy="873125"/>
          </a:xfrm>
        </p:spPr>
        <p:txBody>
          <a:bodyPr/>
          <a:lstStyle/>
          <a:p>
            <a:pPr marL="0" indent="0" algn="l">
              <a:spcAft>
                <a:spcPts val="1200"/>
              </a:spcAft>
              <a:buNone/>
            </a:pPr>
            <a:r>
              <a:rPr lang="zh-TW" altLang="zh-TW" b="1" dirty="0">
                <a:solidFill>
                  <a:srgbClr val="555555"/>
                </a:solidFill>
              </a:rPr>
              <a:t>Yi-Lun Hung</a:t>
            </a:r>
            <a:br>
              <a:rPr lang="zh-TW" altLang="zh-TW" sz="2000" dirty="0">
                <a:solidFill>
                  <a:srgbClr val="555555"/>
                </a:solidFill>
              </a:rPr>
            </a:br>
            <a:r>
              <a:rPr lang="zh-TW" altLang="zh-TW" sz="2000" dirty="0">
                <a:solidFill>
                  <a:srgbClr val="555555"/>
                </a:solidFill>
              </a:rPr>
              <a:t>Dept. of Bioenvironmental Systems Engineering, National Taiwan University</a:t>
            </a:r>
            <a:endParaRPr lang="zh-TW" altLang="en-US" dirty="0">
              <a:solidFill>
                <a:srgbClr val="555555"/>
              </a:solidFill>
            </a:endParaRPr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8C8D28AA-5EF4-AB8B-C2AC-A2A4E05BCCA9}"/>
              </a:ext>
            </a:extLst>
          </p:cNvPr>
          <p:cNvSpPr txBox="1">
            <a:spLocks/>
          </p:cNvSpPr>
          <p:nvPr/>
        </p:nvSpPr>
        <p:spPr>
          <a:xfrm>
            <a:off x="1631950" y="3678290"/>
            <a:ext cx="4855518" cy="47184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TW" sz="2400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An Improvement Hidden by Weather?</a:t>
            </a:r>
            <a:endParaRPr lang="zh-TW" altLang="en-US" sz="2400" dirty="0">
              <a:solidFill>
                <a:schemeClr val="accent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4C53099-EE34-2745-243F-563D67E0C02C}"/>
              </a:ext>
            </a:extLst>
          </p:cNvPr>
          <p:cNvSpPr/>
          <p:nvPr/>
        </p:nvSpPr>
        <p:spPr>
          <a:xfrm>
            <a:off x="0" y="6577781"/>
            <a:ext cx="12192000" cy="29179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5D4E29-E365-F05C-2A72-55E02E2A672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979530" y="149086"/>
            <a:ext cx="984176" cy="1003440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0C66893A-46B6-EC3F-B195-F0B9256C4A54}"/>
              </a:ext>
            </a:extLst>
          </p:cNvPr>
          <p:cNvSpPr txBox="1"/>
          <p:nvPr/>
        </p:nvSpPr>
        <p:spPr>
          <a:xfrm>
            <a:off x="-173736" y="1371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1342262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727DCE9-35B6-297E-2B80-33C4BA605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2</a:t>
            </a:fld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A9D8146-BA09-5B5C-D844-878AB10B824D}"/>
              </a:ext>
            </a:extLst>
          </p:cNvPr>
          <p:cNvSpPr txBox="1">
            <a:spLocks/>
          </p:cNvSpPr>
          <p:nvPr/>
        </p:nvSpPr>
        <p:spPr>
          <a:xfrm>
            <a:off x="831850" y="4333824"/>
            <a:ext cx="1051560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zh-TW" altLang="zh-TW" dirty="0">
                <a:solidFill>
                  <a:srgbClr val="587876"/>
                </a:solidFill>
              </a:rPr>
              <a:t>Background: Ozone as a Persistent Challenge</a:t>
            </a:r>
            <a:endParaRPr lang="en-US" altLang="zh-TW" dirty="0">
              <a:solidFill>
                <a:srgbClr val="587876"/>
              </a:solidFill>
            </a:endParaRPr>
          </a:p>
          <a:p>
            <a:pPr marL="342900" indent="-342900">
              <a:lnSpc>
                <a:spcPct val="100000"/>
              </a:lnSpc>
            </a:pPr>
            <a:r>
              <a:rPr lang="zh-TW" altLang="zh-TW" dirty="0">
                <a:solidFill>
                  <a:srgbClr val="587876"/>
                </a:solidFill>
              </a:rPr>
              <a:t>The Challenge: Weather Masks the Signal</a:t>
            </a:r>
            <a:endParaRPr lang="en-US" altLang="zh-TW" dirty="0">
              <a:solidFill>
                <a:srgbClr val="587876"/>
              </a:solidFill>
            </a:endParaRPr>
          </a:p>
          <a:p>
            <a:pPr marL="342900" indent="-342900">
              <a:lnSpc>
                <a:spcPct val="100000"/>
              </a:lnSpc>
            </a:pPr>
            <a:r>
              <a:rPr lang="zh-TW" altLang="zh-TW" dirty="0">
                <a:solidFill>
                  <a:srgbClr val="587876"/>
                </a:solidFill>
              </a:rPr>
              <a:t>Research Question</a:t>
            </a:r>
            <a:endParaRPr lang="zh-TW" altLang="en-US" dirty="0">
              <a:solidFill>
                <a:srgbClr val="587876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EE2ECC8-E37F-BDC9-2843-15A1818BEB55}"/>
              </a:ext>
            </a:extLst>
          </p:cNvPr>
          <p:cNvSpPr txBox="1">
            <a:spLocks/>
          </p:cNvSpPr>
          <p:nvPr/>
        </p:nvSpPr>
        <p:spPr>
          <a:xfrm>
            <a:off x="831850" y="3500438"/>
            <a:ext cx="10515600" cy="10620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600" b="1" dirty="0">
                <a:solidFill>
                  <a:srgbClr val="8A3F0D"/>
                </a:solidFill>
              </a:rPr>
              <a:t>01 </a:t>
            </a:r>
            <a:r>
              <a:rPr lang="en-US" altLang="zh-TW" sz="6600" b="1" dirty="0" err="1">
                <a:solidFill>
                  <a:srgbClr val="8A3F0D"/>
                </a:solidFill>
              </a:rPr>
              <a:t>Intruoction</a:t>
            </a:r>
            <a:endParaRPr lang="zh-TW" altLang="en-US" sz="6600" b="1" dirty="0">
              <a:solidFill>
                <a:srgbClr val="8A3F0D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680022-8F0D-0D43-74BE-53039EB28951}"/>
              </a:ext>
            </a:extLst>
          </p:cNvPr>
          <p:cNvSpPr/>
          <p:nvPr/>
        </p:nvSpPr>
        <p:spPr>
          <a:xfrm>
            <a:off x="0" y="6667397"/>
            <a:ext cx="12192000" cy="2021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6" name="圖形 5" descr="陰雨時晴 以實心填滿">
            <a:extLst>
              <a:ext uri="{FF2B5EF4-FFF2-40B4-BE49-F238E27FC236}">
                <a16:creationId xmlns:a16="http://schemas.microsoft.com/office/drawing/2014/main" id="{CE48C0EF-CDC6-1101-B118-CE60108FFEF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09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9FF8FB-7A38-2DE7-7F0A-CB715AF28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5BDEB9-09C4-D375-B1D2-CCF6BA196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3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5FFB9C7-4903-1960-85E5-D85C79C5695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6154992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I1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Background: Ozone as a Persistent Challenge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41A05F-836A-CA6F-C753-0BE596D60B7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4298" y="739775"/>
            <a:ext cx="10515600" cy="492125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Surface ozone: a secondary pollutant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2E81CEB-5E21-4120-1571-0551642F360A}"/>
              </a:ext>
            </a:extLst>
          </p:cNvPr>
          <p:cNvSpPr txBox="1">
            <a:spLocks/>
          </p:cNvSpPr>
          <p:nvPr/>
        </p:nvSpPr>
        <p:spPr>
          <a:xfrm>
            <a:off x="2452688" y="4473508"/>
            <a:ext cx="7213600" cy="4406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555555"/>
                </a:solidFill>
              </a:rPr>
              <a:t>Regulatory metric: MDA8 O₃ (daily max 8-h average)</a:t>
            </a:r>
            <a:endParaRPr lang="en-US" altLang="zh-TW" dirty="0">
              <a:solidFill>
                <a:srgbClr val="555555"/>
              </a:solidFill>
            </a:endParaRPr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F521E0B-0400-E01F-F5EF-037E5E2EEE6B}"/>
              </a:ext>
            </a:extLst>
          </p:cNvPr>
          <p:cNvSpPr>
            <a:spLocks noGrp="1"/>
          </p:cNvSpPr>
          <p:nvPr/>
        </p:nvSpPr>
        <p:spPr>
          <a:xfrm>
            <a:off x="2452688" y="1758731"/>
            <a:ext cx="7213600" cy="2295012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12" name="文字方塊 10">
            <a:extLst>
              <a:ext uri="{FF2B5EF4-FFF2-40B4-BE49-F238E27FC236}">
                <a16:creationId xmlns:a16="http://schemas.microsoft.com/office/drawing/2014/main" id="{8313D7A1-DDA8-9370-580A-776ACBA2113C}"/>
              </a:ext>
            </a:extLst>
          </p:cNvPr>
          <p:cNvSpPr>
            <a:spLocks noGrp="1"/>
          </p:cNvSpPr>
          <p:nvPr/>
        </p:nvSpPr>
        <p:spPr>
          <a:xfrm>
            <a:off x="2513648" y="2656105"/>
            <a:ext cx="52019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4000" b="1" dirty="0">
                <a:solidFill>
                  <a:srgbClr val="587876"/>
                </a:solidFill>
                <a:latin typeface="Microsoft YaHei"/>
                <a:ea typeface="Microsoft YaHei"/>
                <a:cs typeface="Microsoft YaHei"/>
              </a:rPr>
              <a:t>NOₓ + VOCs </a:t>
            </a:r>
            <a:r>
              <a:rPr sz="4000" b="1" dirty="0">
                <a:solidFill>
                  <a:srgbClr val="8A3F0D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4000" b="1" u="sng" dirty="0">
                <a:solidFill>
                  <a:srgbClr val="8A3F0D"/>
                </a:solidFill>
                <a:latin typeface="Microsoft YaHei"/>
                <a:ea typeface="Microsoft YaHei"/>
                <a:cs typeface="Microsoft YaHei"/>
              </a:rPr>
              <a:t>O₃</a:t>
            </a:r>
          </a:p>
        </p:txBody>
      </p:sp>
      <p:pic>
        <p:nvPicPr>
          <p:cNvPr id="14" name="圖形 13">
            <a:extLst>
              <a:ext uri="{FF2B5EF4-FFF2-40B4-BE49-F238E27FC236}">
                <a16:creationId xmlns:a16="http://schemas.microsoft.com/office/drawing/2014/main" id="{2AE5E3D0-CA28-594C-92BC-FFA3768E08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66448" y="1933991"/>
            <a:ext cx="914400" cy="9144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3FE25BD-E54C-8D3F-1C21-82CA7133544D}"/>
              </a:ext>
            </a:extLst>
          </p:cNvPr>
          <p:cNvSpPr>
            <a:spLocks noGrp="1"/>
          </p:cNvSpPr>
          <p:nvPr/>
        </p:nvSpPr>
        <p:spPr>
          <a:xfrm>
            <a:off x="6120448" y="3308895"/>
            <a:ext cx="31902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 dirty="0">
                <a:solidFill>
                  <a:srgbClr val="8A3F0D"/>
                </a:solidFill>
                <a:latin typeface="-apple-system-body"/>
                <a:ea typeface="-apple-system-body"/>
                <a:cs typeface="-apple-system-body"/>
              </a:rPr>
              <a:t>secondary pollutant</a:t>
            </a:r>
            <a:endParaRPr sz="4000" dirty="0">
              <a:solidFill>
                <a:srgbClr val="8A3F0D"/>
              </a:solidFill>
            </a:endParaRPr>
          </a:p>
        </p:txBody>
      </p:sp>
      <p:sp>
        <p:nvSpPr>
          <p:cNvPr id="20" name="內容版面配置區 2">
            <a:extLst>
              <a:ext uri="{FF2B5EF4-FFF2-40B4-BE49-F238E27FC236}">
                <a16:creationId xmlns:a16="http://schemas.microsoft.com/office/drawing/2014/main" id="{E16731D2-6499-6DD4-8745-B19EC320A9B9}"/>
              </a:ext>
            </a:extLst>
          </p:cNvPr>
          <p:cNvSpPr txBox="1">
            <a:spLocks/>
          </p:cNvSpPr>
          <p:nvPr/>
        </p:nvSpPr>
        <p:spPr>
          <a:xfrm>
            <a:off x="2452688" y="5542316"/>
            <a:ext cx="7213600" cy="41038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2400" dirty="0">
                <a:solidFill>
                  <a:srgbClr val="555555"/>
                </a:solidFill>
              </a:rPr>
              <a:t>Adverse effects on </a:t>
            </a:r>
            <a:r>
              <a:rPr lang="en-US" altLang="zh-TW" sz="2400" b="1" dirty="0">
                <a:solidFill>
                  <a:srgbClr val="555555"/>
                </a:solidFill>
              </a:rPr>
              <a:t>public health</a:t>
            </a:r>
            <a:r>
              <a:rPr lang="zh-TW" altLang="en-US" sz="2400" b="1" dirty="0">
                <a:solidFill>
                  <a:srgbClr val="555555"/>
                </a:solidFill>
              </a:rPr>
              <a:t> </a:t>
            </a:r>
            <a:r>
              <a:rPr lang="en-US" altLang="zh-TW" sz="2400" dirty="0">
                <a:solidFill>
                  <a:srgbClr val="555555"/>
                </a:solidFill>
              </a:rPr>
              <a:t>and</a:t>
            </a:r>
            <a:r>
              <a:rPr lang="en-US" altLang="zh-TW" sz="2400" b="1" dirty="0">
                <a:solidFill>
                  <a:srgbClr val="555555"/>
                </a:solidFill>
              </a:rPr>
              <a:t> ecosystems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1AB15A-66B3-BA8C-DCAF-833B659AE52F}"/>
              </a:ext>
            </a:extLst>
          </p:cNvPr>
          <p:cNvSpPr/>
          <p:nvPr/>
        </p:nvSpPr>
        <p:spPr>
          <a:xfrm>
            <a:off x="0" y="594458"/>
            <a:ext cx="230632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3F7F191C-EF64-5921-8841-93651CC4FEED}"/>
              </a:ext>
            </a:extLst>
          </p:cNvPr>
          <p:cNvSpPr txBox="1">
            <a:spLocks/>
          </p:cNvSpPr>
          <p:nvPr/>
        </p:nvSpPr>
        <p:spPr>
          <a:xfrm>
            <a:off x="2452688" y="4859765"/>
            <a:ext cx="7213600" cy="34528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dirty="0">
                <a:solidFill>
                  <a:schemeClr val="bg2">
                    <a:lumMod val="75000"/>
                  </a:schemeClr>
                </a:solidFill>
              </a:rPr>
              <a:t>Taiwan 8-h standard = 0.060 ppm (60 ppb), amended Sep 2024</a:t>
            </a:r>
          </a:p>
          <a:p>
            <a:pPr marL="0" indent="0">
              <a:buNone/>
            </a:pPr>
            <a:endParaRPr lang="zh-TW" altLang="en-US" sz="1600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765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B642-8E7B-C9C4-F447-CABF7C6A1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File:Taiwan ROC political division map Kaohsiung County.svg - 維基百科，自由嘅百科全書">
            <a:extLst>
              <a:ext uri="{FF2B5EF4-FFF2-40B4-BE49-F238E27FC236}">
                <a16:creationId xmlns:a16="http://schemas.microsoft.com/office/drawing/2014/main" id="{2F49F045-960F-9E46-58C5-B0243B36C1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2832" y="1712656"/>
            <a:ext cx="2948300" cy="4162938"/>
          </a:xfrm>
          <a:prstGeom prst="roundRect">
            <a:avLst>
              <a:gd name="adj" fmla="val 8575"/>
            </a:avLst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12" name="等腰三角形 11">
            <a:extLst>
              <a:ext uri="{FF2B5EF4-FFF2-40B4-BE49-F238E27FC236}">
                <a16:creationId xmlns:a16="http://schemas.microsoft.com/office/drawing/2014/main" id="{DE3C2129-B55D-168A-2E03-C6886E59D8DA}"/>
              </a:ext>
            </a:extLst>
          </p:cNvPr>
          <p:cNvSpPr/>
          <p:nvPr/>
        </p:nvSpPr>
        <p:spPr>
          <a:xfrm rot="6154894">
            <a:off x="6736727" y="2248542"/>
            <a:ext cx="1691145" cy="3541238"/>
          </a:xfrm>
          <a:prstGeom prst="triangle">
            <a:avLst>
              <a:gd name="adj" fmla="val 67798"/>
            </a:avLst>
          </a:prstGeom>
          <a:gradFill>
            <a:gsLst>
              <a:gs pos="51769">
                <a:srgbClr val="F2F2F2"/>
              </a:gs>
              <a:gs pos="10000">
                <a:schemeClr val="bg1">
                  <a:lumMod val="95000"/>
                  <a:alpha val="29000"/>
                </a:schemeClr>
              </a:gs>
              <a:gs pos="73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: 圓角 9">
            <a:extLst>
              <a:ext uri="{FF2B5EF4-FFF2-40B4-BE49-F238E27FC236}">
                <a16:creationId xmlns:a16="http://schemas.microsoft.com/office/drawing/2014/main" id="{08F2E1E0-5230-3D3E-7AEB-2774AC13C915}"/>
              </a:ext>
            </a:extLst>
          </p:cNvPr>
          <p:cNvSpPr/>
          <p:nvPr/>
        </p:nvSpPr>
        <p:spPr>
          <a:xfrm>
            <a:off x="664290" y="2546554"/>
            <a:ext cx="5431710" cy="2182761"/>
          </a:xfrm>
          <a:prstGeom prst="roundRect">
            <a:avLst>
              <a:gd name="adj" fmla="val 10981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6F789C-9D46-CD15-7BA5-EA2184765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BA410F7-879B-FF72-8344-D381A08E4A4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6204154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I2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Background: Ozone as a Persistent Challenge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21A530-1520-925F-19C0-C48A0F05116F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34298" y="739775"/>
            <a:ext cx="10515600" cy="492125"/>
          </a:xfrm>
        </p:spPr>
        <p:txBody>
          <a:bodyPr/>
          <a:lstStyle/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Kaohsiung: Taiwan's long-term ozone hotspot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DB1E56F5-6F7D-B912-A1E8-BE127A52A156}"/>
              </a:ext>
            </a:extLst>
          </p:cNvPr>
          <p:cNvSpPr txBox="1">
            <a:spLocks/>
          </p:cNvSpPr>
          <p:nvPr/>
        </p:nvSpPr>
        <p:spPr>
          <a:xfrm>
            <a:off x="712838" y="3887855"/>
            <a:ext cx="5346650" cy="7339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Kaoping air-quality zone: </a:t>
            </a:r>
            <a:r>
              <a:rPr lang="en-US" altLang="zh-TW" sz="2400" b="1" dirty="0">
                <a:solidFill>
                  <a:srgbClr val="C00000"/>
                </a:solidFill>
              </a:rPr>
              <a:t>highest O₃</a:t>
            </a:r>
            <a:r>
              <a:rPr lang="en-US" altLang="zh-TW" sz="2400" dirty="0">
                <a:solidFill>
                  <a:srgbClr val="555555"/>
                </a:solidFill>
              </a:rPr>
              <a:t> levels in Taiwan for over a decade 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563FD2DE-FFE2-6A6B-5C3B-4EEB5E909CFB}"/>
              </a:ext>
            </a:extLst>
          </p:cNvPr>
          <p:cNvSpPr txBox="1">
            <a:spLocks/>
          </p:cNvSpPr>
          <p:nvPr/>
        </p:nvSpPr>
        <p:spPr>
          <a:xfrm>
            <a:off x="712838" y="2695076"/>
            <a:ext cx="5346650" cy="73392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Coastal urban–industrial city; dense petrochemical &amp; steel industries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7C0C716-EE02-AF20-6891-BEFDA2FF9BA5}"/>
              </a:ext>
            </a:extLst>
          </p:cNvPr>
          <p:cNvSpPr/>
          <p:nvPr/>
        </p:nvSpPr>
        <p:spPr>
          <a:xfrm>
            <a:off x="0" y="594458"/>
            <a:ext cx="230632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9216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200F5-4E02-140B-7454-DED116859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581025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I3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The Challenge: Weather Masks the Signal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22A5A8D8-01FA-9AEB-B0E0-6777A9B52B26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10515600" cy="467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rgbClr val="555555"/>
                </a:solidFill>
              </a:rPr>
              <a:t>Kaohsiung 2018–2025: </a:t>
            </a:r>
            <a:r>
              <a:rPr lang="en-US" altLang="zh-TW" sz="2400" b="1" dirty="0">
                <a:solidFill>
                  <a:srgbClr val="8A3F0D"/>
                </a:solidFill>
              </a:rPr>
              <a:t>NO</a:t>
            </a:r>
            <a:r>
              <a:rPr lang="en-US" altLang="zh-TW" sz="2400" b="1" baseline="-25000" dirty="0">
                <a:solidFill>
                  <a:srgbClr val="8A3F0D"/>
                </a:solidFill>
              </a:rPr>
              <a:t>X</a:t>
            </a:r>
            <a:r>
              <a:rPr lang="en-US" altLang="zh-TW" sz="2400" b="1" dirty="0">
                <a:solidFill>
                  <a:srgbClr val="8A3F0D"/>
                </a:solidFill>
              </a:rPr>
              <a:t>, NO</a:t>
            </a:r>
            <a:r>
              <a:rPr lang="en-US" altLang="zh-TW" sz="2400" b="1" baseline="-25000" dirty="0">
                <a:solidFill>
                  <a:srgbClr val="8A3F0D"/>
                </a:solidFill>
              </a:rPr>
              <a:t>2</a:t>
            </a:r>
            <a:r>
              <a:rPr lang="en-US" altLang="zh-TW" sz="2400" b="1" dirty="0">
                <a:solidFill>
                  <a:srgbClr val="8A3F0D"/>
                </a:solidFill>
              </a:rPr>
              <a:t>, CO, PM</a:t>
            </a:r>
            <a:r>
              <a:rPr lang="en-US" altLang="zh-TW" sz="2400" b="1" baseline="-25000" dirty="0">
                <a:solidFill>
                  <a:srgbClr val="8A3F0D"/>
                </a:solidFill>
              </a:rPr>
              <a:t>2.5</a:t>
            </a:r>
            <a:r>
              <a:rPr lang="en-US" altLang="zh-TW" sz="2400" b="1" dirty="0">
                <a:solidFill>
                  <a:srgbClr val="8A3F0D"/>
                </a:solidFill>
              </a:rPr>
              <a:t> </a:t>
            </a:r>
            <a:r>
              <a:rPr lang="en-US" altLang="zh-TW" sz="2400" dirty="0">
                <a:solidFill>
                  <a:srgbClr val="555555"/>
                </a:solidFill>
              </a:rPr>
              <a:t>all significantly </a:t>
            </a:r>
            <a:r>
              <a:rPr lang="en-US" altLang="zh-TW" sz="2400" b="1" dirty="0">
                <a:solidFill>
                  <a:srgbClr val="8A3F0D"/>
                </a:solidFill>
              </a:rPr>
              <a:t>decreasing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97AA00CB-B3C2-78EA-7A7D-274C5AB7EECF}"/>
              </a:ext>
            </a:extLst>
          </p:cNvPr>
          <p:cNvSpPr txBox="1">
            <a:spLocks/>
          </p:cNvSpPr>
          <p:nvPr/>
        </p:nvSpPr>
        <p:spPr>
          <a:xfrm>
            <a:off x="712837" y="1513840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National control programs (Air Pollution Control Action Plan) </a:t>
            </a:r>
            <a:r>
              <a:rPr lang="en-US" altLang="zh-TW" sz="2400" b="1" dirty="0">
                <a:solidFill>
                  <a:srgbClr val="8A3F0D"/>
                </a:solidFill>
              </a:rPr>
              <a:t>target NO</a:t>
            </a:r>
            <a:r>
              <a:rPr lang="en-US" altLang="zh-TW" sz="2400" b="1" baseline="-25000" dirty="0">
                <a:solidFill>
                  <a:srgbClr val="8A3F0D"/>
                </a:solidFill>
              </a:rPr>
              <a:t>X</a:t>
            </a:r>
            <a:r>
              <a:rPr lang="en-US" altLang="zh-TW" sz="2400" b="1" dirty="0">
                <a:solidFill>
                  <a:srgbClr val="8A3F0D"/>
                </a:solidFill>
              </a:rPr>
              <a:t> &amp; PM</a:t>
            </a:r>
            <a:r>
              <a:rPr lang="en-US" altLang="zh-TW" sz="2400" b="1" baseline="-25000" dirty="0">
                <a:solidFill>
                  <a:srgbClr val="8A3F0D"/>
                </a:solidFill>
              </a:rPr>
              <a:t>2.5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7F8528AC-5CBC-92D3-3A5B-ECF5E0D7B5B5}"/>
              </a:ext>
            </a:extLst>
          </p:cNvPr>
          <p:cNvSpPr txBox="1"/>
          <p:nvPr/>
        </p:nvSpPr>
        <p:spPr>
          <a:xfrm>
            <a:off x="1910080" y="151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6DDF8EC2-B455-805D-77E0-E219814E1527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…but has O₃ actually responded?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2A8A4FD-0CAE-E95A-603F-74DC58C179B2}"/>
              </a:ext>
            </a:extLst>
          </p:cNvPr>
          <p:cNvSpPr txBox="1">
            <a:spLocks/>
          </p:cNvSpPr>
          <p:nvPr/>
        </p:nvSpPr>
        <p:spPr>
          <a:xfrm>
            <a:off x="712837" y="4829336"/>
            <a:ext cx="11306443" cy="44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zh-TW" sz="2400" b="1" dirty="0">
                <a:solidFill>
                  <a:schemeClr val="bg2"/>
                </a:solidFill>
              </a:rPr>
              <a:t>Interannual meteorological variability can mask or mimic underlying O₃ trends</a:t>
            </a:r>
            <a:endParaRPr lang="zh-TW" altLang="zh-TW" sz="2400" dirty="0">
              <a:solidFill>
                <a:schemeClr val="bg2"/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E5961E0-1082-BFC5-97B1-65BE31DC45E6}"/>
              </a:ext>
            </a:extLst>
          </p:cNvPr>
          <p:cNvSpPr txBox="1">
            <a:spLocks/>
          </p:cNvSpPr>
          <p:nvPr/>
        </p:nvSpPr>
        <p:spPr>
          <a:xfrm>
            <a:off x="712837" y="4040536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zh-TW" sz="2400" dirty="0">
                <a:solidFill>
                  <a:schemeClr val="bg2"/>
                </a:solidFill>
              </a:rPr>
              <a:t>O₃ responds </a:t>
            </a:r>
            <a:r>
              <a:rPr lang="zh-TW" altLang="zh-TW" sz="2400" b="1" dirty="0">
                <a:solidFill>
                  <a:schemeClr val="bg2"/>
                </a:solidFill>
              </a:rPr>
              <a:t>non-linearly</a:t>
            </a:r>
            <a:r>
              <a:rPr lang="zh-TW" altLang="zh-TW" sz="2400" dirty="0">
                <a:solidFill>
                  <a:schemeClr val="bg2"/>
                </a:solidFill>
              </a:rPr>
              <a:t> to precursor changes (NOₓ-titration, regime dependence)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Precursors are declining…</a:t>
            </a:r>
          </a:p>
        </p:txBody>
      </p:sp>
    </p:spTree>
    <p:extLst>
      <p:ext uri="{BB962C8B-B14F-4D97-AF65-F5344CB8AC3E}">
        <p14:creationId xmlns:p14="http://schemas.microsoft.com/office/powerpoint/2010/main" val="2181857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25F26-D688-7560-D1C1-159D6A119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0BA8AF7-9C0D-DDBF-B752-594C1BE71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DCBA492-7D7B-55DC-255F-911A9DA614B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581025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I3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The Challenge: Weather Masks the Signal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34FBACF-B664-DB54-ABFC-85E549A3BF2E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10515600" cy="467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chemeClr val="bg2"/>
                </a:solidFill>
              </a:rPr>
              <a:t>Kaohsiung 2018–2025: NO</a:t>
            </a:r>
            <a:r>
              <a:rPr lang="en-US" altLang="zh-TW" sz="2400" baseline="-25000" dirty="0">
                <a:solidFill>
                  <a:schemeClr val="bg2"/>
                </a:solidFill>
              </a:rPr>
              <a:t>X</a:t>
            </a:r>
            <a:r>
              <a:rPr lang="en-US" altLang="zh-TW" sz="2400" dirty="0">
                <a:solidFill>
                  <a:schemeClr val="bg2"/>
                </a:solidFill>
              </a:rPr>
              <a:t>, NO</a:t>
            </a:r>
            <a:r>
              <a:rPr lang="en-US" altLang="zh-TW" sz="2400" baseline="-25000" dirty="0">
                <a:solidFill>
                  <a:schemeClr val="bg2"/>
                </a:solidFill>
              </a:rPr>
              <a:t>2</a:t>
            </a:r>
            <a:r>
              <a:rPr lang="en-US" altLang="zh-TW" sz="2400" dirty="0">
                <a:solidFill>
                  <a:schemeClr val="bg2"/>
                </a:solidFill>
              </a:rPr>
              <a:t>, CO, PM</a:t>
            </a:r>
            <a:r>
              <a:rPr lang="en-US" altLang="zh-TW" sz="2400" baseline="-25000" dirty="0">
                <a:solidFill>
                  <a:schemeClr val="bg2"/>
                </a:solidFill>
              </a:rPr>
              <a:t>2.5</a:t>
            </a:r>
            <a:r>
              <a:rPr lang="en-US" altLang="zh-TW" sz="2400" dirty="0">
                <a:solidFill>
                  <a:schemeClr val="bg2"/>
                </a:solidFill>
              </a:rPr>
              <a:t> all significantly decreasing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A216D899-70E0-1169-17B5-CC3080B96B41}"/>
              </a:ext>
            </a:extLst>
          </p:cNvPr>
          <p:cNvSpPr txBox="1">
            <a:spLocks/>
          </p:cNvSpPr>
          <p:nvPr/>
        </p:nvSpPr>
        <p:spPr>
          <a:xfrm>
            <a:off x="712837" y="1513840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chemeClr val="bg2"/>
                </a:solidFill>
              </a:rPr>
              <a:t>National control programs (Air Pollution Control Action Plan) target NO</a:t>
            </a:r>
            <a:r>
              <a:rPr lang="en-US" altLang="zh-TW" sz="2400" baseline="-25000" dirty="0">
                <a:solidFill>
                  <a:schemeClr val="bg2"/>
                </a:solidFill>
              </a:rPr>
              <a:t>X</a:t>
            </a:r>
            <a:r>
              <a:rPr lang="en-US" altLang="zh-TW" sz="2400" dirty="0">
                <a:solidFill>
                  <a:schemeClr val="bg2"/>
                </a:solidFill>
              </a:rPr>
              <a:t> &amp; PM</a:t>
            </a:r>
            <a:r>
              <a:rPr lang="en-US" altLang="zh-TW" sz="2400" baseline="-25000" dirty="0">
                <a:solidFill>
                  <a:schemeClr val="bg2"/>
                </a:solidFill>
              </a:rPr>
              <a:t>2.5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E888BAFA-FF9A-8E8A-B332-84483D6AFD55}"/>
              </a:ext>
            </a:extLst>
          </p:cNvPr>
          <p:cNvSpPr txBox="1"/>
          <p:nvPr/>
        </p:nvSpPr>
        <p:spPr>
          <a:xfrm>
            <a:off x="1910080" y="151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D62D19E-27F3-E1CE-57D5-D636D08C5E0B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…but has O₃ actually responded?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68B1170-1AB6-4016-FD08-1BA7DB1E0A22}"/>
              </a:ext>
            </a:extLst>
          </p:cNvPr>
          <p:cNvSpPr txBox="1">
            <a:spLocks/>
          </p:cNvSpPr>
          <p:nvPr/>
        </p:nvSpPr>
        <p:spPr>
          <a:xfrm>
            <a:off x="712837" y="4829336"/>
            <a:ext cx="11306443" cy="44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zh-TW" sz="2400" b="1" dirty="0">
                <a:solidFill>
                  <a:schemeClr val="accent2">
                    <a:lumMod val="50000"/>
                  </a:schemeClr>
                </a:solidFill>
              </a:rPr>
              <a:t>Interannual meteorological variability can mask or mimic underlying O₃ trends</a:t>
            </a:r>
            <a:endParaRPr lang="zh-TW" altLang="zh-TW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5ECA671C-0F98-58EC-1F88-4911863C095A}"/>
              </a:ext>
            </a:extLst>
          </p:cNvPr>
          <p:cNvSpPr txBox="1">
            <a:spLocks/>
          </p:cNvSpPr>
          <p:nvPr/>
        </p:nvSpPr>
        <p:spPr>
          <a:xfrm>
            <a:off x="712837" y="4040536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zh-TW" altLang="zh-TW" sz="2400" dirty="0">
                <a:solidFill>
                  <a:srgbClr val="555555"/>
                </a:solidFill>
              </a:rPr>
              <a:t>O₃ responds </a:t>
            </a:r>
            <a:r>
              <a:rPr lang="zh-TW" altLang="zh-TW" sz="2400" b="1" dirty="0">
                <a:solidFill>
                  <a:schemeClr val="accent2">
                    <a:lumMod val="50000"/>
                  </a:schemeClr>
                </a:solidFill>
              </a:rPr>
              <a:t>non-linearly</a:t>
            </a:r>
            <a:r>
              <a:rPr lang="zh-TW" altLang="zh-TW" sz="2400" dirty="0">
                <a:solidFill>
                  <a:srgbClr val="555555"/>
                </a:solidFill>
              </a:rPr>
              <a:t> to precursor changes (NOₓ-titration, regime dependence)</a:t>
            </a: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A4C83451-C22B-D8C4-EDB5-C07D3E796FCD}"/>
              </a:ext>
            </a:extLst>
          </p:cNvPr>
          <p:cNvSpPr txBox="1">
            <a:spLocks/>
          </p:cNvSpPr>
          <p:nvPr/>
        </p:nvSpPr>
        <p:spPr>
          <a:xfrm>
            <a:off x="442778" y="5910389"/>
            <a:ext cx="11306443" cy="44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</a:pPr>
            <a:r>
              <a:rPr lang="zh-TW" altLang="zh-TW" sz="2400" dirty="0">
                <a:solidFill>
                  <a:srgbClr val="555555"/>
                </a:solidFill>
              </a:rPr>
              <a:t>An observed trend mixes two signals: </a:t>
            </a:r>
            <a:r>
              <a:rPr lang="zh-TW" altLang="zh-TW" sz="2400" i="1" dirty="0">
                <a:solidFill>
                  <a:srgbClr val="555555"/>
                </a:solidFill>
              </a:rPr>
              <a:t>emissions</a:t>
            </a:r>
            <a:r>
              <a:rPr lang="zh-TW" altLang="zh-TW" sz="2400" dirty="0">
                <a:solidFill>
                  <a:srgbClr val="555555"/>
                </a:solidFill>
              </a:rPr>
              <a:t> + </a:t>
            </a:r>
            <a:r>
              <a:rPr lang="zh-TW" altLang="zh-TW" sz="2400" i="1" dirty="0">
                <a:solidFill>
                  <a:srgbClr val="555555"/>
                </a:solidFill>
              </a:rPr>
              <a:t>weather</a:t>
            </a:r>
            <a:endParaRPr lang="zh-TW" altLang="zh-TW" sz="2400" dirty="0">
              <a:solidFill>
                <a:srgbClr val="555555"/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B93463B-AF44-5190-9373-85298F3CA658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Precursors are declining…</a:t>
            </a:r>
          </a:p>
        </p:txBody>
      </p:sp>
      <p:sp>
        <p:nvSpPr>
          <p:cNvPr id="4" name="箭號: 向下 3">
            <a:extLst>
              <a:ext uri="{FF2B5EF4-FFF2-40B4-BE49-F238E27FC236}">
                <a16:creationId xmlns:a16="http://schemas.microsoft.com/office/drawing/2014/main" id="{BCFBA669-9518-576A-22E4-3ABEB876AE16}"/>
              </a:ext>
            </a:extLst>
          </p:cNvPr>
          <p:cNvSpPr>
            <a:spLocks noGrp="1"/>
          </p:cNvSpPr>
          <p:nvPr/>
        </p:nvSpPr>
        <p:spPr>
          <a:xfrm>
            <a:off x="5942044" y="5541957"/>
            <a:ext cx="307910" cy="18466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61704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91981C4-11BB-99EF-CE64-A16645F06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7</a:t>
            </a:fld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A1219415-27E3-14EA-C7B1-9E9F06AAAE5A}"/>
              </a:ext>
            </a:extLst>
          </p:cNvPr>
          <p:cNvSpPr txBox="1">
            <a:spLocks/>
          </p:cNvSpPr>
          <p:nvPr/>
        </p:nvSpPr>
        <p:spPr>
          <a:xfrm>
            <a:off x="334298" y="96838"/>
            <a:ext cx="5810250" cy="5254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I4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Research Question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7932BB-7F4A-D93C-3AEF-D14488391D64}"/>
              </a:ext>
            </a:extLst>
          </p:cNvPr>
          <p:cNvSpPr/>
          <p:nvPr/>
        </p:nvSpPr>
        <p:spPr>
          <a:xfrm>
            <a:off x="0" y="594458"/>
            <a:ext cx="230632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F4473DAC-ADD4-54E0-7914-2D659DF03193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The puzzle:</a:t>
            </a: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512D3CAC-FCF7-9170-8532-B1F1A85E8FE1}"/>
              </a:ext>
            </a:extLst>
          </p:cNvPr>
          <p:cNvSpPr txBox="1">
            <a:spLocks/>
          </p:cNvSpPr>
          <p:nvPr/>
        </p:nvSpPr>
        <p:spPr>
          <a:xfrm>
            <a:off x="838200" y="1607477"/>
            <a:ext cx="10515600" cy="1395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TW" altLang="zh-TW" sz="2400" dirty="0">
                <a:solidFill>
                  <a:srgbClr val="555555"/>
                </a:solidFill>
              </a:rPr>
              <a:t>Citywide monthly MDA8 O₃ trend, 2018–2025:</a:t>
            </a:r>
            <a:br>
              <a:rPr lang="zh-TW" altLang="zh-TW" sz="2400" dirty="0">
                <a:solidFill>
                  <a:srgbClr val="555555"/>
                </a:solidFill>
              </a:rPr>
            </a:br>
            <a:r>
              <a:rPr lang="zh-TW" altLang="zh-TW" sz="2400" b="1" dirty="0">
                <a:solidFill>
                  <a:srgbClr val="555555"/>
                </a:solidFill>
              </a:rPr>
              <a:t>Sen's slope = </a:t>
            </a:r>
            <a:r>
              <a:rPr lang="zh-TW" altLang="zh-TW" sz="2400" b="1" dirty="0">
                <a:solidFill>
                  <a:schemeClr val="accent2">
                    <a:lumMod val="50000"/>
                  </a:schemeClr>
                </a:solidFill>
              </a:rPr>
              <a:t>−0.56 ppb yr⁻¹, p = 0.14 — </a:t>
            </a:r>
            <a:r>
              <a:rPr lang="zh-TW" altLang="zh-TW" sz="2400" b="1" i="1" dirty="0">
                <a:solidFill>
                  <a:schemeClr val="accent2">
                    <a:lumMod val="50000"/>
                  </a:schemeClr>
                </a:solidFill>
              </a:rPr>
              <a:t>not significant</a:t>
            </a:r>
            <a:endParaRPr lang="zh-TW" altLang="zh-TW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 algn="ctr">
              <a:spcAft>
                <a:spcPts val="600"/>
              </a:spcAft>
              <a:buNone/>
            </a:pPr>
            <a:r>
              <a:rPr lang="zh-TW" altLang="zh-TW" b="1" u="sng" dirty="0">
                <a:solidFill>
                  <a:srgbClr val="C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So… has Kaohsiung's ozone really not improved?</a:t>
            </a:r>
            <a:endParaRPr lang="zh-TW" altLang="zh-TW" u="sng" dirty="0">
              <a:solidFill>
                <a:srgbClr val="C0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20830CD7-0AF7-06D3-B71D-B94800D38D7A}"/>
              </a:ext>
            </a:extLst>
          </p:cNvPr>
          <p:cNvGrpSpPr/>
          <p:nvPr/>
        </p:nvGrpSpPr>
        <p:grpSpPr>
          <a:xfrm>
            <a:off x="334296" y="3904296"/>
            <a:ext cx="11523405" cy="2297980"/>
            <a:chOff x="334296" y="3682793"/>
            <a:chExt cx="11523405" cy="2297980"/>
          </a:xfrm>
        </p:grpSpPr>
        <p:sp>
          <p:nvSpPr>
            <p:cNvPr id="2" name="矩形: 圓角 1">
              <a:extLst>
                <a:ext uri="{FF2B5EF4-FFF2-40B4-BE49-F238E27FC236}">
                  <a16:creationId xmlns:a16="http://schemas.microsoft.com/office/drawing/2014/main" id="{F81D18AA-A1F6-2DB1-34A2-5D56DCEA2ADD}"/>
                </a:ext>
              </a:extLst>
            </p:cNvPr>
            <p:cNvSpPr/>
            <p:nvPr/>
          </p:nvSpPr>
          <p:spPr>
            <a:xfrm flipH="1" flipV="1">
              <a:off x="334296" y="3682793"/>
              <a:ext cx="11523405" cy="2297977"/>
            </a:xfrm>
            <a:prstGeom prst="roundRect">
              <a:avLst>
                <a:gd name="adj" fmla="val 8965"/>
              </a:avLst>
            </a:prstGeom>
            <a:solidFill>
              <a:srgbClr val="F2F2F2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dirty="0"/>
            </a:p>
          </p:txBody>
        </p:sp>
        <p:sp>
          <p:nvSpPr>
            <p:cNvPr id="15" name="內容版面配置區 2">
              <a:extLst>
                <a:ext uri="{FF2B5EF4-FFF2-40B4-BE49-F238E27FC236}">
                  <a16:creationId xmlns:a16="http://schemas.microsoft.com/office/drawing/2014/main" id="{51121797-D761-F2C0-79D5-7D8C89294EFA}"/>
                </a:ext>
              </a:extLst>
            </p:cNvPr>
            <p:cNvSpPr txBox="1">
              <a:spLocks/>
            </p:cNvSpPr>
            <p:nvPr/>
          </p:nvSpPr>
          <p:spPr>
            <a:xfrm>
              <a:off x="334298" y="3817653"/>
              <a:ext cx="10515600" cy="49103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altLang="zh-TW" b="1" dirty="0">
                  <a:solidFill>
                    <a:srgbClr val="587876"/>
                  </a:solidFill>
                </a:rPr>
                <a:t>This study asks:</a:t>
              </a:r>
            </a:p>
          </p:txBody>
        </p:sp>
        <p:sp>
          <p:nvSpPr>
            <p:cNvPr id="19" name="內容版面配置區 2">
              <a:extLst>
                <a:ext uri="{FF2B5EF4-FFF2-40B4-BE49-F238E27FC236}">
                  <a16:creationId xmlns:a16="http://schemas.microsoft.com/office/drawing/2014/main" id="{76AEA632-FBF7-EA78-8759-7829D9F2BF70}"/>
                </a:ext>
              </a:extLst>
            </p:cNvPr>
            <p:cNvSpPr txBox="1">
              <a:spLocks/>
            </p:cNvSpPr>
            <p:nvPr/>
          </p:nvSpPr>
          <p:spPr>
            <a:xfrm>
              <a:off x="838200" y="4466180"/>
              <a:ext cx="10515600" cy="1514593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</a:pPr>
              <a:r>
                <a:rPr lang="en-US" altLang="zh-TW" sz="2400" b="1" dirty="0">
                  <a:solidFill>
                    <a:srgbClr val="8A3F0D"/>
                  </a:solidFill>
                </a:rPr>
                <a:t>Q1. </a:t>
              </a:r>
              <a:r>
                <a:rPr lang="zh-TW" altLang="zh-TW" sz="2400" dirty="0">
                  <a:solidFill>
                    <a:srgbClr val="555555"/>
                  </a:solidFill>
                </a:rPr>
                <a:t>Which </a:t>
              </a:r>
              <a:r>
                <a:rPr lang="zh-TW" altLang="zh-TW" sz="2400" b="1" dirty="0">
                  <a:solidFill>
                    <a:schemeClr val="accent2">
                      <a:lumMod val="50000"/>
                    </a:schemeClr>
                  </a:solidFill>
                </a:rPr>
                <a:t>meteorological drivers</a:t>
              </a:r>
              <a:r>
                <a:rPr lang="zh-TW" altLang="zh-TW" sz="2400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  <a:r>
                <a:rPr lang="zh-TW" altLang="zh-TW" sz="2400" dirty="0">
                  <a:solidFill>
                    <a:srgbClr val="555555"/>
                  </a:solidFill>
                </a:rPr>
                <a:t>control high-O₃ days? </a:t>
              </a:r>
              <a:endParaRPr lang="en-US" altLang="zh-TW" sz="2400" dirty="0">
                <a:solidFill>
                  <a:srgbClr val="555555"/>
                </a:solidFill>
              </a:endParaRPr>
            </a:p>
            <a:p>
              <a:pPr marL="0" lvl="0" indent="0">
                <a:buNone/>
              </a:pPr>
              <a:r>
                <a:rPr lang="en-US" altLang="zh-TW" sz="2400" b="1" dirty="0">
                  <a:solidFill>
                    <a:srgbClr val="8A3F0D"/>
                  </a:solidFill>
                </a:rPr>
                <a:t>Q2. </a:t>
              </a:r>
              <a:r>
                <a:rPr lang="zh-TW" altLang="zh-TW" sz="2400" dirty="0">
                  <a:solidFill>
                    <a:srgbClr val="555555"/>
                  </a:solidFill>
                </a:rPr>
                <a:t>How have </a:t>
              </a:r>
              <a:r>
                <a:rPr lang="zh-TW" altLang="zh-TW" sz="2400" b="1" dirty="0">
                  <a:solidFill>
                    <a:schemeClr val="accent2">
                      <a:lumMod val="50000"/>
                    </a:schemeClr>
                  </a:solidFill>
                </a:rPr>
                <a:t>extreme O₃ events</a:t>
              </a:r>
              <a:r>
                <a:rPr lang="zh-TW" altLang="zh-TW" sz="2400" dirty="0">
                  <a:solidFill>
                    <a:schemeClr val="accent2">
                      <a:lumMod val="50000"/>
                    </a:schemeClr>
                  </a:solidFill>
                </a:rPr>
                <a:t> </a:t>
              </a:r>
              <a:r>
                <a:rPr lang="zh-TW" altLang="zh-TW" sz="2400" dirty="0">
                  <a:solidFill>
                    <a:srgbClr val="555555"/>
                  </a:solidFill>
                </a:rPr>
                <a:t>changed, and when/where do they occur?</a:t>
              </a:r>
            </a:p>
            <a:p>
              <a:pPr marL="0" indent="0">
                <a:buNone/>
              </a:pPr>
              <a:r>
                <a:rPr lang="en-US" altLang="zh-TW" sz="2400" b="1" dirty="0">
                  <a:solidFill>
                    <a:srgbClr val="8A3F0D"/>
                  </a:solidFill>
                </a:rPr>
                <a:t>Q3. </a:t>
              </a:r>
              <a:r>
                <a:rPr lang="zh-TW" altLang="zh-TW" sz="2400" dirty="0">
                  <a:solidFill>
                    <a:srgbClr val="555555"/>
                  </a:solidFill>
                </a:rPr>
                <a:t>Is there a real, weather-adjusted O₃ trend hidden in the monitoring record?</a:t>
              </a:r>
            </a:p>
            <a:p>
              <a:pPr marL="0" lvl="0" indent="0">
                <a:buNone/>
              </a:pPr>
              <a:endParaRPr lang="zh-TW" altLang="zh-TW" sz="2400" dirty="0">
                <a:solidFill>
                  <a:srgbClr val="555555"/>
                </a:solidFill>
              </a:endParaRPr>
            </a:p>
          </p:txBody>
        </p:sp>
      </p:grp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ADAD3397-6C86-3F2D-13CB-9D25F453443D}"/>
              </a:ext>
            </a:extLst>
          </p:cNvPr>
          <p:cNvSpPr/>
          <p:nvPr/>
        </p:nvSpPr>
        <p:spPr>
          <a:xfrm>
            <a:off x="462117" y="2953704"/>
            <a:ext cx="11080954" cy="950590"/>
          </a:xfrm>
          <a:prstGeom prst="triangle">
            <a:avLst>
              <a:gd name="adj" fmla="val 50006"/>
            </a:avLst>
          </a:prstGeom>
          <a:gradFill>
            <a:gsLst>
              <a:gs pos="27000">
                <a:schemeClr val="bg1">
                  <a:lumMod val="95000"/>
                  <a:alpha val="29000"/>
                </a:schemeClr>
              </a:gs>
              <a:gs pos="77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7" name="圖形 6" descr="陰雨時晴 以實心填滿">
            <a:extLst>
              <a:ext uri="{FF2B5EF4-FFF2-40B4-BE49-F238E27FC236}">
                <a16:creationId xmlns:a16="http://schemas.microsoft.com/office/drawing/2014/main" id="{DBD1E639-D51B-ABDD-3090-79DCE0FA722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411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8EA9FF-A7D1-9056-7D56-1D6DD3776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BFECD2F-BE52-C25D-16BA-3A0E5F270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52ABFC-D1D2-9B03-D688-7F14F0FAE70D}"/>
              </a:ext>
            </a:extLst>
          </p:cNvPr>
          <p:cNvSpPr txBox="1">
            <a:spLocks/>
          </p:cNvSpPr>
          <p:nvPr/>
        </p:nvSpPr>
        <p:spPr>
          <a:xfrm>
            <a:off x="831850" y="4333824"/>
            <a:ext cx="1051560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solidFill>
                  <a:srgbClr val="587876"/>
                </a:solidFill>
              </a:rPr>
              <a:t>Data → Definitions → Framework → Trend detection → </a:t>
            </a:r>
            <a:br>
              <a:rPr lang="en-US" altLang="zh-TW" dirty="0">
                <a:solidFill>
                  <a:srgbClr val="587876"/>
                </a:solidFill>
              </a:rPr>
            </a:br>
            <a:r>
              <a:rPr lang="en-US" altLang="zh-TW" dirty="0">
                <a:solidFill>
                  <a:srgbClr val="587876"/>
                </a:solidFill>
              </a:rPr>
              <a:t>Met. normalization → Driver &amp; event models</a:t>
            </a:r>
            <a:endParaRPr lang="zh-TW" altLang="en-US" dirty="0">
              <a:solidFill>
                <a:srgbClr val="587876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FF35AC8F-6FA1-CB66-328D-C4F66F6A2915}"/>
              </a:ext>
            </a:extLst>
          </p:cNvPr>
          <p:cNvSpPr txBox="1">
            <a:spLocks/>
          </p:cNvSpPr>
          <p:nvPr/>
        </p:nvSpPr>
        <p:spPr>
          <a:xfrm>
            <a:off x="831850" y="3500438"/>
            <a:ext cx="10515600" cy="10620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600" b="1" dirty="0">
                <a:solidFill>
                  <a:srgbClr val="8A3F0D"/>
                </a:solidFill>
              </a:rPr>
              <a:t>02 Method</a:t>
            </a:r>
            <a:endParaRPr lang="zh-TW" altLang="en-US" sz="6600" b="1" dirty="0">
              <a:solidFill>
                <a:srgbClr val="8A3F0D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FD985A-2B60-DC36-5C0F-AAC6DD7B1261}"/>
              </a:ext>
            </a:extLst>
          </p:cNvPr>
          <p:cNvSpPr/>
          <p:nvPr/>
        </p:nvSpPr>
        <p:spPr>
          <a:xfrm>
            <a:off x="0" y="6667397"/>
            <a:ext cx="12192000" cy="2021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BA0276-C1FA-3FD0-158F-2EA994B2136D}"/>
              </a:ext>
            </a:extLst>
          </p:cNvPr>
          <p:cNvSpPr txBox="1"/>
          <p:nvPr/>
        </p:nvSpPr>
        <p:spPr>
          <a:xfrm>
            <a:off x="1061884" y="531720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i="1" dirty="0">
                <a:solidFill>
                  <a:srgbClr val="555555"/>
                </a:solidFill>
                <a:latin typeface="+mj-lt"/>
              </a:rPr>
              <a:t>Goal: separate the emission signal from the weather.</a:t>
            </a:r>
            <a:endParaRPr lang="zh-TW" altLang="en-US" sz="2000" i="1" dirty="0">
              <a:solidFill>
                <a:srgbClr val="555555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5CDEC9-F093-3A0C-BB2A-E8916B2B7F59}"/>
              </a:ext>
            </a:extLst>
          </p:cNvPr>
          <p:cNvSpPr/>
          <p:nvPr/>
        </p:nvSpPr>
        <p:spPr>
          <a:xfrm>
            <a:off x="1017639" y="5395860"/>
            <a:ext cx="88490" cy="252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形 8" descr="陰雨時晴 以實心填滿">
            <a:extLst>
              <a:ext uri="{FF2B5EF4-FFF2-40B4-BE49-F238E27FC236}">
                <a16:creationId xmlns:a16="http://schemas.microsoft.com/office/drawing/2014/main" id="{E1128559-A0BB-E707-6836-446C964622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860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2B38-B3BC-4477-A2F0-0218E6272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2">
            <a:extLst>
              <a:ext uri="{FF2B5EF4-FFF2-40B4-BE49-F238E27FC236}">
                <a16:creationId xmlns:a16="http://schemas.microsoft.com/office/drawing/2014/main" id="{0A9C69C6-4883-CB96-65C5-F40255BAE1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40591"/>
          <a:stretch>
            <a:fillRect/>
          </a:stretch>
        </p:blipFill>
        <p:spPr>
          <a:xfrm>
            <a:off x="601772" y="1956122"/>
            <a:ext cx="4057018" cy="3408744"/>
          </a:xfrm>
          <a:prstGeom prst="roundRect">
            <a:avLst>
              <a:gd name="adj" fmla="val 7564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8" name="等腰三角形 47">
            <a:extLst>
              <a:ext uri="{FF2B5EF4-FFF2-40B4-BE49-F238E27FC236}">
                <a16:creationId xmlns:a16="http://schemas.microsoft.com/office/drawing/2014/main" id="{2D3E288D-01A4-95D6-D02B-AFF852ADC288}"/>
              </a:ext>
            </a:extLst>
          </p:cNvPr>
          <p:cNvSpPr/>
          <p:nvPr/>
        </p:nvSpPr>
        <p:spPr>
          <a:xfrm rot="16200000">
            <a:off x="3267685" y="1479672"/>
            <a:ext cx="2594633" cy="915644"/>
          </a:xfrm>
          <a:prstGeom prst="triangle">
            <a:avLst>
              <a:gd name="adj" fmla="val 0"/>
            </a:avLst>
          </a:prstGeom>
          <a:gradFill>
            <a:gsLst>
              <a:gs pos="27000">
                <a:schemeClr val="bg1">
                  <a:lumMod val="95000"/>
                  <a:alpha val="29000"/>
                </a:schemeClr>
              </a:gs>
              <a:gs pos="77000">
                <a:schemeClr val="bg1">
                  <a:lumMod val="9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05B232-D798-7325-15C0-7519FCBAA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8" name="標題 1">
            <a:extLst>
              <a:ext uri="{FF2B5EF4-FFF2-40B4-BE49-F238E27FC236}">
                <a16:creationId xmlns:a16="http://schemas.microsoft.com/office/drawing/2014/main" id="{947EF3C2-DB87-E1A0-3FE2-1B8B091316FA}"/>
              </a:ext>
            </a:extLst>
          </p:cNvPr>
          <p:cNvSpPr txBox="1">
            <a:spLocks/>
          </p:cNvSpPr>
          <p:nvPr/>
        </p:nvSpPr>
        <p:spPr>
          <a:xfrm>
            <a:off x="334298" y="96838"/>
            <a:ext cx="5810250" cy="5254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M1</a:t>
            </a:r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Data &amp; Study Area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A8A8D2F-C634-F415-8AD2-FF7F4F64CCD6}"/>
              </a:ext>
            </a:extLst>
          </p:cNvPr>
          <p:cNvSpPr/>
          <p:nvPr/>
        </p:nvSpPr>
        <p:spPr>
          <a:xfrm>
            <a:off x="0" y="594458"/>
            <a:ext cx="2306320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2EE52AA0-CCC6-BB85-EE32-5A468C67029B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Monitoring network</a:t>
            </a:r>
          </a:p>
        </p:txBody>
      </p:sp>
      <p:sp>
        <p:nvSpPr>
          <p:cNvPr id="15" name="文字方塊 16">
            <a:extLst>
              <a:ext uri="{FF2B5EF4-FFF2-40B4-BE49-F238E27FC236}">
                <a16:creationId xmlns:a16="http://schemas.microsoft.com/office/drawing/2014/main" id="{3E8B7410-BD0D-9883-1E6A-04FDFF080B10}"/>
              </a:ext>
            </a:extLst>
          </p:cNvPr>
          <p:cNvSpPr>
            <a:spLocks noGrp="1"/>
          </p:cNvSpPr>
          <p:nvPr/>
        </p:nvSpPr>
        <p:spPr>
          <a:xfrm>
            <a:off x="5684896" y="4834188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🌡 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A9279F5D-1747-E78B-8EC2-99D39A91CFE1}"/>
              </a:ext>
            </a:extLst>
          </p:cNvPr>
          <p:cNvSpPr>
            <a:spLocks noGrp="1"/>
          </p:cNvSpPr>
          <p:nvPr/>
        </p:nvSpPr>
        <p:spPr>
          <a:xfrm>
            <a:off x="5563565" y="4053782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dirty="0">
                <a:solidFill>
                  <a:srgbClr val="587876"/>
                </a:solidFill>
                <a:latin typeface="Microsoft YaHei"/>
                <a:ea typeface="Microsoft YaHei"/>
                <a:cs typeface="Microsoft YaHei"/>
              </a:rPr>
              <a:t>Meteorology</a:t>
            </a:r>
          </a:p>
          <a:p>
            <a:r>
              <a:rPr b="1" dirty="0">
                <a:solidFill>
                  <a:srgbClr val="587876"/>
                </a:solidFill>
                <a:latin typeface="Microsoft YaHei"/>
                <a:ea typeface="Microsoft YaHei"/>
                <a:cs typeface="Microsoft YaHei"/>
              </a:rPr>
              <a:t>Station-level observations</a:t>
            </a:r>
            <a:endParaRPr dirty="0">
              <a:solidFill>
                <a:srgbClr val="5878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文字方塊 22">
            <a:extLst>
              <a:ext uri="{FF2B5EF4-FFF2-40B4-BE49-F238E27FC236}">
                <a16:creationId xmlns:a16="http://schemas.microsoft.com/office/drawing/2014/main" id="{632FBBE1-D57F-8D8E-0BAC-1A6FB90DB63F}"/>
              </a:ext>
            </a:extLst>
          </p:cNvPr>
          <p:cNvSpPr>
            <a:spLocks noGrp="1"/>
          </p:cNvSpPr>
          <p:nvPr/>
        </p:nvSpPr>
        <p:spPr>
          <a:xfrm>
            <a:off x="6206984" y="4972688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Temperature</a:t>
            </a:r>
            <a:endParaRPr sz="1200" dirty="0">
              <a:solidFill>
                <a:srgbClr val="555555"/>
              </a:solidFill>
            </a:endParaRPr>
          </a:p>
        </p:txBody>
      </p:sp>
      <p:sp>
        <p:nvSpPr>
          <p:cNvPr id="22" name="文字方塊 25">
            <a:extLst>
              <a:ext uri="{FF2B5EF4-FFF2-40B4-BE49-F238E27FC236}">
                <a16:creationId xmlns:a16="http://schemas.microsoft.com/office/drawing/2014/main" id="{7962B8B3-594C-9A34-44BF-92C536F5B7FD}"/>
              </a:ext>
            </a:extLst>
          </p:cNvPr>
          <p:cNvSpPr>
            <a:spLocks noGrp="1"/>
          </p:cNvSpPr>
          <p:nvPr/>
        </p:nvSpPr>
        <p:spPr>
          <a:xfrm>
            <a:off x="7623681" y="4834188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💨 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文字方塊 26">
            <a:extLst>
              <a:ext uri="{FF2B5EF4-FFF2-40B4-BE49-F238E27FC236}">
                <a16:creationId xmlns:a16="http://schemas.microsoft.com/office/drawing/2014/main" id="{027E72C7-BE3A-5312-7669-65771F5B43A7}"/>
              </a:ext>
            </a:extLst>
          </p:cNvPr>
          <p:cNvSpPr>
            <a:spLocks noGrp="1"/>
          </p:cNvSpPr>
          <p:nvPr/>
        </p:nvSpPr>
        <p:spPr>
          <a:xfrm>
            <a:off x="8145769" y="4972688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Wind speed 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26" name="文字方塊 27">
            <a:extLst>
              <a:ext uri="{FF2B5EF4-FFF2-40B4-BE49-F238E27FC236}">
                <a16:creationId xmlns:a16="http://schemas.microsoft.com/office/drawing/2014/main" id="{346CAC7B-4BA8-2A1A-C15E-B00949BB5E23}"/>
              </a:ext>
            </a:extLst>
          </p:cNvPr>
          <p:cNvSpPr>
            <a:spLocks noGrp="1"/>
          </p:cNvSpPr>
          <p:nvPr/>
        </p:nvSpPr>
        <p:spPr>
          <a:xfrm>
            <a:off x="9562466" y="4834188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🌧 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文字方塊 28">
            <a:extLst>
              <a:ext uri="{FF2B5EF4-FFF2-40B4-BE49-F238E27FC236}">
                <a16:creationId xmlns:a16="http://schemas.microsoft.com/office/drawing/2014/main" id="{ED5F227D-6579-9F78-08F3-283020F3A53A}"/>
              </a:ext>
            </a:extLst>
          </p:cNvPr>
          <p:cNvSpPr>
            <a:spLocks noGrp="1"/>
          </p:cNvSpPr>
          <p:nvPr/>
        </p:nvSpPr>
        <p:spPr>
          <a:xfrm>
            <a:off x="10084554" y="4972688"/>
            <a:ext cx="141669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Precipitation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30" name="文字方塊 31">
            <a:extLst>
              <a:ext uri="{FF2B5EF4-FFF2-40B4-BE49-F238E27FC236}">
                <a16:creationId xmlns:a16="http://schemas.microsoft.com/office/drawing/2014/main" id="{0FA50A6F-642F-97B3-3E59-E81B93637ADC}"/>
              </a:ext>
            </a:extLst>
          </p:cNvPr>
          <p:cNvSpPr>
            <a:spLocks noGrp="1"/>
          </p:cNvSpPr>
          <p:nvPr/>
        </p:nvSpPr>
        <p:spPr>
          <a:xfrm>
            <a:off x="6720010" y="5537544"/>
            <a:ext cx="52208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32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🧭 </a:t>
            </a:r>
            <a:endParaRPr sz="44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文字方塊 32">
            <a:extLst>
              <a:ext uri="{FF2B5EF4-FFF2-40B4-BE49-F238E27FC236}">
                <a16:creationId xmlns:a16="http://schemas.microsoft.com/office/drawing/2014/main" id="{2C3CC006-5867-897B-90E6-8BD50ED40F9E}"/>
              </a:ext>
            </a:extLst>
          </p:cNvPr>
          <p:cNvSpPr>
            <a:spLocks noGrp="1"/>
          </p:cNvSpPr>
          <p:nvPr/>
        </p:nvSpPr>
        <p:spPr>
          <a:xfrm>
            <a:off x="7241125" y="5676044"/>
            <a:ext cx="15043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Wind direction</a:t>
            </a:r>
            <a:endParaRPr sz="1200">
              <a:solidFill>
                <a:srgbClr val="555555"/>
              </a:solidFill>
            </a:endParaRP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81FA34D8-B7CF-9705-AB55-879E55AAF970}"/>
              </a:ext>
            </a:extLst>
          </p:cNvPr>
          <p:cNvSpPr>
            <a:spLocks noGrp="1"/>
          </p:cNvSpPr>
          <p:nvPr/>
        </p:nvSpPr>
        <p:spPr>
          <a:xfrm>
            <a:off x="8745474" y="5575625"/>
            <a:ext cx="5220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800" b="0" i="0">
                <a:solidFill>
                  <a:srgbClr val="0D0D0D"/>
                </a:solidFill>
                <a:latin typeface="Microsoft YaHei"/>
                <a:ea typeface="Microsoft YaHei"/>
                <a:cs typeface="Microsoft YaHei"/>
              </a:rPr>
              <a:t>💧 </a:t>
            </a:r>
            <a:endParaRPr sz="400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文字方塊 34">
            <a:extLst>
              <a:ext uri="{FF2B5EF4-FFF2-40B4-BE49-F238E27FC236}">
                <a16:creationId xmlns:a16="http://schemas.microsoft.com/office/drawing/2014/main" id="{305235FA-84DB-51DF-12D7-145CE52A06F7}"/>
              </a:ext>
            </a:extLst>
          </p:cNvPr>
          <p:cNvSpPr>
            <a:spLocks noGrp="1"/>
          </p:cNvSpPr>
          <p:nvPr/>
        </p:nvSpPr>
        <p:spPr>
          <a:xfrm>
            <a:off x="9267562" y="5676044"/>
            <a:ext cx="17431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Relative humidity</a:t>
            </a:r>
            <a:endParaRPr sz="1200" dirty="0">
              <a:solidFill>
                <a:srgbClr val="555555"/>
              </a:solidFill>
            </a:endParaRPr>
          </a:p>
        </p:txBody>
      </p:sp>
      <p:sp>
        <p:nvSpPr>
          <p:cNvPr id="38" name="內容版面配置區 2">
            <a:extLst>
              <a:ext uri="{FF2B5EF4-FFF2-40B4-BE49-F238E27FC236}">
                <a16:creationId xmlns:a16="http://schemas.microsoft.com/office/drawing/2014/main" id="{4D9428DB-692B-454C-88A1-7F342D007426}"/>
              </a:ext>
            </a:extLst>
          </p:cNvPr>
          <p:cNvSpPr txBox="1">
            <a:spLocks/>
          </p:cNvSpPr>
          <p:nvPr/>
        </p:nvSpPr>
        <p:spPr>
          <a:xfrm>
            <a:off x="-42751" y="5413963"/>
            <a:ext cx="5346064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2000" b="1" dirty="0">
                <a:solidFill>
                  <a:srgbClr val="587876"/>
                </a:solidFill>
              </a:rPr>
              <a:t>12 </a:t>
            </a:r>
            <a:r>
              <a:rPr lang="en-US" altLang="zh-TW" sz="2000" b="1" dirty="0" err="1">
                <a:solidFill>
                  <a:srgbClr val="587876"/>
                </a:solidFill>
              </a:rPr>
              <a:t>MoEnv</a:t>
            </a:r>
            <a:r>
              <a:rPr lang="en-US" altLang="zh-TW" sz="2000" b="1" dirty="0">
                <a:solidFill>
                  <a:srgbClr val="587876"/>
                </a:solidFill>
              </a:rPr>
              <a:t> stations</a:t>
            </a:r>
            <a:br>
              <a:rPr lang="en-US" altLang="zh-TW" sz="2000" dirty="0">
                <a:solidFill>
                  <a:srgbClr val="555555"/>
                </a:solidFill>
              </a:rPr>
            </a:br>
            <a:r>
              <a:rPr lang="en-US" altLang="zh-TW" sz="1600" dirty="0">
                <a:solidFill>
                  <a:srgbClr val="555555"/>
                </a:solidFill>
              </a:rPr>
              <a:t>8 general + traffic · industrial · background</a:t>
            </a:r>
            <a:endParaRPr lang="en-US" altLang="zh-TW" sz="2000" dirty="0">
              <a:solidFill>
                <a:srgbClr val="555555"/>
              </a:solidFill>
            </a:endParaRPr>
          </a:p>
        </p:txBody>
      </p:sp>
      <p:sp>
        <p:nvSpPr>
          <p:cNvPr id="40" name="矩形: 圓角 39">
            <a:extLst>
              <a:ext uri="{FF2B5EF4-FFF2-40B4-BE49-F238E27FC236}">
                <a16:creationId xmlns:a16="http://schemas.microsoft.com/office/drawing/2014/main" id="{D088B4F5-0CFB-320C-060F-69BFDC8DEF86}"/>
              </a:ext>
            </a:extLst>
          </p:cNvPr>
          <p:cNvSpPr>
            <a:spLocks noGrp="1"/>
          </p:cNvSpPr>
          <p:nvPr/>
        </p:nvSpPr>
        <p:spPr>
          <a:xfrm>
            <a:off x="4830846" y="685728"/>
            <a:ext cx="7213600" cy="2641464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42" name="文字方塊 8">
            <a:extLst>
              <a:ext uri="{FF2B5EF4-FFF2-40B4-BE49-F238E27FC236}">
                <a16:creationId xmlns:a16="http://schemas.microsoft.com/office/drawing/2014/main" id="{EFA82C2B-3D65-D748-52BF-747553206994}"/>
              </a:ext>
            </a:extLst>
          </p:cNvPr>
          <p:cNvSpPr>
            <a:spLocks noGrp="1"/>
          </p:cNvSpPr>
          <p:nvPr/>
        </p:nvSpPr>
        <p:spPr>
          <a:xfrm>
            <a:off x="5051436" y="1976940"/>
            <a:ext cx="670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2000"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Hourly O3</a:t>
            </a:r>
            <a:r>
              <a:rPr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​ </a:t>
            </a:r>
            <a:r>
              <a:rPr b="1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8-h rolling mean </a:t>
            </a:r>
            <a:r>
              <a:rPr b="1" dirty="0">
                <a:solidFill>
                  <a:schemeClr val="bg1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→</a:t>
            </a:r>
            <a:r>
              <a:rPr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1" dirty="0">
                <a:solidFill>
                  <a:schemeClr val="accent2">
                    <a:lumMod val="50000"/>
                  </a:schemeClr>
                </a:solidFill>
                <a:latin typeface="Microsoft YaHei"/>
                <a:ea typeface="Microsoft YaHei"/>
                <a:cs typeface="Microsoft YaHei"/>
              </a:rPr>
              <a:t>Daily MDA8</a:t>
            </a:r>
          </a:p>
        </p:txBody>
      </p:sp>
      <p:sp>
        <p:nvSpPr>
          <p:cNvPr id="44" name="文字方塊 10">
            <a:extLst>
              <a:ext uri="{FF2B5EF4-FFF2-40B4-BE49-F238E27FC236}">
                <a16:creationId xmlns:a16="http://schemas.microsoft.com/office/drawing/2014/main" id="{E01D0026-0466-2D70-F56A-065ABED1DE35}"/>
              </a:ext>
            </a:extLst>
          </p:cNvPr>
          <p:cNvSpPr>
            <a:spLocks noGrp="1"/>
          </p:cNvSpPr>
          <p:nvPr/>
        </p:nvSpPr>
        <p:spPr>
          <a:xfrm>
            <a:off x="5022822" y="946207"/>
            <a:ext cx="609407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b="1" dirty="0">
                <a:solidFill>
                  <a:srgbClr val="587876"/>
                </a:solidFill>
                <a:latin typeface="Microsoft YaHei"/>
                <a:ea typeface="Microsoft YaHei"/>
                <a:cs typeface="Microsoft YaHei"/>
              </a:rPr>
              <a:t>Air Quality</a:t>
            </a:r>
          </a:p>
          <a:p>
            <a:pPr>
              <a:buNone/>
            </a:pPr>
            <a:r>
              <a:rPr b="1" dirty="0">
                <a:solidFill>
                  <a:srgbClr val="587876"/>
                </a:solidFill>
                <a:latin typeface="Microsoft YaHei"/>
                <a:ea typeface="Microsoft YaHei"/>
                <a:cs typeface="Microsoft YaHei"/>
              </a:rPr>
              <a:t>MOENV monitoring stations</a:t>
            </a:r>
            <a:endParaRPr dirty="0">
              <a:solidFill>
                <a:srgbClr val="58787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6" name="文字方塊 12">
            <a:extLst>
              <a:ext uri="{FF2B5EF4-FFF2-40B4-BE49-F238E27FC236}">
                <a16:creationId xmlns:a16="http://schemas.microsoft.com/office/drawing/2014/main" id="{89C55D28-28EE-C068-C756-394E1794D600}"/>
              </a:ext>
            </a:extLst>
          </p:cNvPr>
          <p:cNvSpPr>
            <a:spLocks noGrp="1"/>
          </p:cNvSpPr>
          <p:nvPr/>
        </p:nvSpPr>
        <p:spPr>
          <a:xfrm>
            <a:off x="5022822" y="2761452"/>
            <a:ext cx="6094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2018–2025</a:t>
            </a:r>
          </a:p>
        </p:txBody>
      </p:sp>
    </p:spTree>
    <p:extLst>
      <p:ext uri="{BB962C8B-B14F-4D97-AF65-F5344CB8AC3E}">
        <p14:creationId xmlns:p14="http://schemas.microsoft.com/office/powerpoint/2010/main" val="1672816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5477435-2D70-C4D5-91E7-8C13804DB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>
                <a:latin typeface="+mn-ea"/>
              </a:rPr>
              <a:t>10</a:t>
            </a:fld>
            <a:endParaRPr lang="zh-TW" altLang="en-US" dirty="0">
              <a:latin typeface="+mn-ea"/>
            </a:endParaRP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FA7818B2-E580-E23B-537A-AF4809688680}"/>
              </a:ext>
            </a:extLst>
          </p:cNvPr>
          <p:cNvSpPr>
            <a:spLocks noGrp="1"/>
          </p:cNvSpPr>
          <p:nvPr/>
        </p:nvSpPr>
        <p:spPr>
          <a:xfrm>
            <a:off x="884542" y="932537"/>
            <a:ext cx="60653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8A3F0D"/>
                </a:solidFill>
                <a:latin typeface="+mj-ea"/>
                <a:ea typeface="+mj-ea"/>
                <a:cs typeface="Microsoft YaHei"/>
              </a:rPr>
              <a:t>1.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Preprocessing</a:t>
            </a:r>
          </a:p>
        </p:txBody>
      </p:sp>
      <p:sp>
        <p:nvSpPr>
          <p:cNvPr id="6" name="文字方塊 7">
            <a:extLst>
              <a:ext uri="{FF2B5EF4-FFF2-40B4-BE49-F238E27FC236}">
                <a16:creationId xmlns:a16="http://schemas.microsoft.com/office/drawing/2014/main" id="{0AFFB3F7-9238-B3DB-98CF-76FD722FE52F}"/>
              </a:ext>
            </a:extLst>
          </p:cNvPr>
          <p:cNvSpPr>
            <a:spLocks noGrp="1"/>
          </p:cNvSpPr>
          <p:nvPr/>
        </p:nvSpPr>
        <p:spPr>
          <a:xfrm>
            <a:off x="1291424" y="1455757"/>
            <a:ext cx="525154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QA/QC hourly data</a:t>
            </a:r>
            <a:br>
              <a:rPr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</a:rPr>
            </a:br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→ daily MDA8 O₃ and meteorological features</a:t>
            </a:r>
          </a:p>
        </p:txBody>
      </p:sp>
      <p:sp>
        <p:nvSpPr>
          <p:cNvPr id="8" name="文字方塊 9">
            <a:extLst>
              <a:ext uri="{FF2B5EF4-FFF2-40B4-BE49-F238E27FC236}">
                <a16:creationId xmlns:a16="http://schemas.microsoft.com/office/drawing/2014/main" id="{C09EAC26-EFEB-D281-7AAC-5F4ACAB6FBA8}"/>
              </a:ext>
            </a:extLst>
          </p:cNvPr>
          <p:cNvSpPr>
            <a:spLocks noGrp="1"/>
          </p:cNvSpPr>
          <p:nvPr/>
        </p:nvSpPr>
        <p:spPr>
          <a:xfrm>
            <a:off x="884542" y="2150593"/>
            <a:ext cx="947203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8A3F0D"/>
                </a:solidFill>
                <a:latin typeface="+mj-ea"/>
                <a:ea typeface="+mj-ea"/>
                <a:cs typeface="Microsoft YaHei"/>
              </a:rPr>
              <a:t>2.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Descriptive</a:t>
            </a:r>
            <a:r>
              <a:rPr sz="28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Analysis</a:t>
            </a:r>
            <a:r>
              <a:rPr sz="14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 </a:t>
            </a:r>
            <a:r>
              <a:rPr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(</a:t>
            </a:r>
            <a:r>
              <a:rPr sz="1000" b="1" dirty="0" err="1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每一年臭氧濃度是否變高或變低，春夏秋冬哪一季臭氧較高</a:t>
            </a:r>
            <a:r>
              <a:rPr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) </a:t>
            </a:r>
          </a:p>
        </p:txBody>
      </p:sp>
      <p:sp>
        <p:nvSpPr>
          <p:cNvPr id="10" name="文字方塊 10">
            <a:extLst>
              <a:ext uri="{FF2B5EF4-FFF2-40B4-BE49-F238E27FC236}">
                <a16:creationId xmlns:a16="http://schemas.microsoft.com/office/drawing/2014/main" id="{5E93469C-DE69-278A-8773-B3FC823448A2}"/>
              </a:ext>
            </a:extLst>
          </p:cNvPr>
          <p:cNvSpPr>
            <a:spLocks noGrp="1"/>
          </p:cNvSpPr>
          <p:nvPr/>
        </p:nvSpPr>
        <p:spPr>
          <a:xfrm>
            <a:off x="1291424" y="2673813"/>
            <a:ext cx="525154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Annual, seasonal, diurnal, and site-level patterns</a:t>
            </a:r>
          </a:p>
        </p:txBody>
      </p:sp>
      <p:sp>
        <p:nvSpPr>
          <p:cNvPr id="12" name="文字方塊 12">
            <a:extLst>
              <a:ext uri="{FF2B5EF4-FFF2-40B4-BE49-F238E27FC236}">
                <a16:creationId xmlns:a16="http://schemas.microsoft.com/office/drawing/2014/main" id="{BCC82E26-9161-A489-6C76-1000A7AEAA19}"/>
              </a:ext>
            </a:extLst>
          </p:cNvPr>
          <p:cNvSpPr>
            <a:spLocks noGrp="1"/>
          </p:cNvSpPr>
          <p:nvPr/>
        </p:nvSpPr>
        <p:spPr>
          <a:xfrm>
            <a:off x="884542" y="3122428"/>
            <a:ext cx="596854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8A3F0D"/>
                </a:solidFill>
                <a:latin typeface="+mj-ea"/>
                <a:ea typeface="+mj-ea"/>
                <a:cs typeface="Microsoft YaHei"/>
              </a:rPr>
              <a:t>3.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Driver</a:t>
            </a:r>
            <a:r>
              <a:rPr lang="zh-TW" altLang="en-US" sz="2600" b="1" dirty="0">
                <a:solidFill>
                  <a:srgbClr val="587876"/>
                </a:solidFill>
                <a:latin typeface="+mj-ea"/>
                <a:ea typeface="+mj-ea"/>
              </a:rPr>
              <a:t> </a:t>
            </a:r>
            <a:r>
              <a:rPr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(</a:t>
            </a:r>
            <a:r>
              <a:rPr sz="1000" b="1" dirty="0" err="1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驅動因子，如前驅物、氣象條件</a:t>
            </a:r>
            <a:r>
              <a:rPr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)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Modeling</a:t>
            </a:r>
            <a:r>
              <a:rPr lang="zh-TW" altLang="en-US" sz="2600" b="1" dirty="0">
                <a:solidFill>
                  <a:srgbClr val="587876"/>
                </a:solidFill>
                <a:latin typeface="+mj-ea"/>
                <a:ea typeface="+mj-ea"/>
              </a:rPr>
              <a:t> </a:t>
            </a:r>
            <a:endParaRPr sz="2600" b="1" dirty="0">
              <a:solidFill>
                <a:srgbClr val="587876"/>
              </a:solidFill>
              <a:latin typeface="+mj-ea"/>
              <a:ea typeface="+mj-ea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C6F65D7D-19F6-9E7D-CE78-4E050A70D6D2}"/>
              </a:ext>
            </a:extLst>
          </p:cNvPr>
          <p:cNvSpPr>
            <a:spLocks noGrp="1"/>
          </p:cNvSpPr>
          <p:nvPr/>
        </p:nvSpPr>
        <p:spPr>
          <a:xfrm>
            <a:off x="1291424" y="3645648"/>
            <a:ext cx="56584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u="sng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Random Forest</a:t>
            </a:r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1 and </a:t>
            </a:r>
            <a:r>
              <a:rPr sz="1600" u="sng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GAM</a:t>
            </a:r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2</a:t>
            </a:r>
          </a:p>
          <a:p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→ permutation importance and partial dependence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6EA4E02-4884-E1C6-403C-155A7B05F128}"/>
              </a:ext>
            </a:extLst>
          </p:cNvPr>
          <p:cNvSpPr>
            <a:spLocks noGrp="1"/>
          </p:cNvSpPr>
          <p:nvPr/>
        </p:nvSpPr>
        <p:spPr>
          <a:xfrm>
            <a:off x="884541" y="4340484"/>
            <a:ext cx="103267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8A3F0D"/>
                </a:solidFill>
                <a:latin typeface="+mj-ea"/>
                <a:ea typeface="+mj-ea"/>
                <a:cs typeface="Microsoft YaHei"/>
              </a:rPr>
              <a:t>4.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Event</a:t>
            </a:r>
            <a:r>
              <a:rPr sz="28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Analysis</a:t>
            </a:r>
            <a:r>
              <a:rPr sz="14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 </a:t>
            </a:r>
            <a:r>
              <a:rPr lang="en-US" altLang="zh-TW"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(</a:t>
            </a:r>
            <a:r>
              <a:rPr sz="1000" b="1" dirty="0" err="1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針對「高臭氧事件」特別挑出來分析，看看這些事件發生時，氣象條件有什麼共同特徵</a:t>
            </a:r>
            <a:r>
              <a:rPr sz="10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。</a:t>
            </a:r>
            <a:endParaRPr sz="1400" b="1" dirty="0">
              <a:solidFill>
                <a:srgbClr val="587876"/>
              </a:solidFill>
              <a:latin typeface="+mj-ea"/>
              <a:ea typeface="+mj-ea"/>
              <a:cs typeface="Microsoft YaHei"/>
            </a:endParaRPr>
          </a:p>
        </p:txBody>
      </p:sp>
      <p:sp>
        <p:nvSpPr>
          <p:cNvPr id="18" name="文字方塊 16">
            <a:extLst>
              <a:ext uri="{FF2B5EF4-FFF2-40B4-BE49-F238E27FC236}">
                <a16:creationId xmlns:a16="http://schemas.microsoft.com/office/drawing/2014/main" id="{AE28DC38-4F99-793C-BC17-6789CB322EF1}"/>
              </a:ext>
            </a:extLst>
          </p:cNvPr>
          <p:cNvSpPr>
            <a:spLocks noGrp="1"/>
          </p:cNvSpPr>
          <p:nvPr/>
        </p:nvSpPr>
        <p:spPr>
          <a:xfrm>
            <a:off x="1291424" y="4863704"/>
            <a:ext cx="647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Composite meteorological conditions on high-O₃ days</a:t>
            </a:r>
          </a:p>
        </p:txBody>
      </p:sp>
      <p:sp>
        <p:nvSpPr>
          <p:cNvPr id="20" name="文字方塊 18">
            <a:extLst>
              <a:ext uri="{FF2B5EF4-FFF2-40B4-BE49-F238E27FC236}">
                <a16:creationId xmlns:a16="http://schemas.microsoft.com/office/drawing/2014/main" id="{D12DFBED-D57C-CD5A-BBE7-5829072E1AB4}"/>
              </a:ext>
            </a:extLst>
          </p:cNvPr>
          <p:cNvSpPr>
            <a:spLocks noGrp="1"/>
          </p:cNvSpPr>
          <p:nvPr/>
        </p:nvSpPr>
        <p:spPr>
          <a:xfrm>
            <a:off x="884542" y="5312317"/>
            <a:ext cx="606530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dirty="0">
                <a:solidFill>
                  <a:srgbClr val="8A3F0D"/>
                </a:solidFill>
                <a:latin typeface="+mj-ea"/>
                <a:ea typeface="+mj-ea"/>
                <a:cs typeface="Microsoft YaHei"/>
              </a:rPr>
              <a:t>5.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Trend</a:t>
            </a:r>
            <a:r>
              <a:rPr sz="2800" b="1" dirty="0">
                <a:solidFill>
                  <a:srgbClr val="587876"/>
                </a:solidFill>
                <a:latin typeface="+mj-ea"/>
                <a:ea typeface="+mj-ea"/>
                <a:cs typeface="Microsoft YaHei"/>
              </a:rPr>
              <a:t> </a:t>
            </a:r>
            <a:r>
              <a:rPr sz="2600" b="1" dirty="0">
                <a:solidFill>
                  <a:srgbClr val="587876"/>
                </a:solidFill>
                <a:latin typeface="+mj-ea"/>
                <a:ea typeface="+mj-ea"/>
              </a:rPr>
              <a:t>Analysis</a:t>
            </a:r>
          </a:p>
        </p:txBody>
      </p:sp>
      <p:sp>
        <p:nvSpPr>
          <p:cNvPr id="22" name="文字方塊 19">
            <a:extLst>
              <a:ext uri="{FF2B5EF4-FFF2-40B4-BE49-F238E27FC236}">
                <a16:creationId xmlns:a16="http://schemas.microsoft.com/office/drawing/2014/main" id="{0F31CC3C-CDC9-9F16-4CCE-1E4082526AF0}"/>
              </a:ext>
            </a:extLst>
          </p:cNvPr>
          <p:cNvSpPr>
            <a:spLocks noGrp="1"/>
          </p:cNvSpPr>
          <p:nvPr/>
        </p:nvSpPr>
        <p:spPr>
          <a:xfrm>
            <a:off x="1291423" y="5835537"/>
            <a:ext cx="832713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u="sng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Mann–Kendall</a:t>
            </a:r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3 and </a:t>
            </a:r>
            <a:r>
              <a:rPr sz="1600" u="sng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Sen’s slope</a:t>
            </a:r>
            <a:r>
              <a:rPr sz="1600" dirty="0">
                <a:solidFill>
                  <a:schemeClr val="bg2">
                    <a:lumMod val="50000"/>
                  </a:schemeClr>
                </a:solidFill>
                <a:latin typeface="+mj-ea"/>
                <a:ea typeface="+mj-ea"/>
                <a:cs typeface="Microsoft YaHei"/>
              </a:rPr>
              <a:t>4 → threshold sensitivity as robustness check</a:t>
            </a:r>
          </a:p>
        </p:txBody>
      </p: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1033E9B7-6713-A9F1-B97B-4F11B8864487}"/>
              </a:ext>
            </a:extLst>
          </p:cNvPr>
          <p:cNvSpPr>
            <a:spLocks noGrp="1"/>
          </p:cNvSpPr>
          <p:nvPr/>
        </p:nvSpPr>
        <p:spPr>
          <a:xfrm>
            <a:off x="3200400" y="2043292"/>
            <a:ext cx="307910" cy="18466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ea"/>
              <a:ea typeface="+mj-ea"/>
            </a:endParaRPr>
          </a:p>
        </p:txBody>
      </p:sp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83F318B4-0C09-A3E3-2A95-5DEAD075942B}"/>
              </a:ext>
            </a:extLst>
          </p:cNvPr>
          <p:cNvSpPr>
            <a:spLocks noGrp="1"/>
          </p:cNvSpPr>
          <p:nvPr/>
        </p:nvSpPr>
        <p:spPr>
          <a:xfrm>
            <a:off x="3200400" y="2992748"/>
            <a:ext cx="307910" cy="18466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ea"/>
              <a:ea typeface="+mj-ea"/>
            </a:endParaRPr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C0D5066C-069D-EED2-0BB7-020BBF102ACC}"/>
              </a:ext>
            </a:extLst>
          </p:cNvPr>
          <p:cNvSpPr>
            <a:spLocks noGrp="1"/>
          </p:cNvSpPr>
          <p:nvPr/>
        </p:nvSpPr>
        <p:spPr>
          <a:xfrm>
            <a:off x="3200400" y="4229262"/>
            <a:ext cx="307910" cy="18466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ea"/>
              <a:ea typeface="+mj-ea"/>
            </a:endParaRPr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11E897CE-2747-FA65-F427-C4593BF0BCE5}"/>
              </a:ext>
            </a:extLst>
          </p:cNvPr>
          <p:cNvSpPr>
            <a:spLocks noGrp="1"/>
          </p:cNvSpPr>
          <p:nvPr/>
        </p:nvSpPr>
        <p:spPr>
          <a:xfrm>
            <a:off x="3200400" y="5186867"/>
            <a:ext cx="307910" cy="184668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latin typeface="+mj-ea"/>
              <a:ea typeface="+mj-ea"/>
            </a:endParaRPr>
          </a:p>
        </p:txBody>
      </p:sp>
      <p:sp>
        <p:nvSpPr>
          <p:cNvPr id="35" name="標題 1">
            <a:extLst>
              <a:ext uri="{FF2B5EF4-FFF2-40B4-BE49-F238E27FC236}">
                <a16:creationId xmlns:a16="http://schemas.microsoft.com/office/drawing/2014/main" id="{8D1BF82A-5DDB-3EE9-2C2C-D2407F20F9A4}"/>
              </a:ext>
            </a:extLst>
          </p:cNvPr>
          <p:cNvSpPr txBox="1">
            <a:spLocks/>
          </p:cNvSpPr>
          <p:nvPr/>
        </p:nvSpPr>
        <p:spPr>
          <a:xfrm>
            <a:off x="334298" y="96838"/>
            <a:ext cx="5810250" cy="5254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M2</a:t>
            </a:r>
            <a:r>
              <a:rPr lang="zh-TW" altLang="en-US" sz="2400" b="1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Workflow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grpSp>
        <p:nvGrpSpPr>
          <p:cNvPr id="47" name="群組 46">
            <a:extLst>
              <a:ext uri="{FF2B5EF4-FFF2-40B4-BE49-F238E27FC236}">
                <a16:creationId xmlns:a16="http://schemas.microsoft.com/office/drawing/2014/main" id="{092C354F-B5A7-67C7-D810-5B1BC1FE47B9}"/>
              </a:ext>
            </a:extLst>
          </p:cNvPr>
          <p:cNvGrpSpPr/>
          <p:nvPr/>
        </p:nvGrpSpPr>
        <p:grpSpPr>
          <a:xfrm>
            <a:off x="6047939" y="3145511"/>
            <a:ext cx="2005742" cy="538607"/>
            <a:chOff x="6853084" y="3145511"/>
            <a:chExt cx="2005742" cy="538607"/>
          </a:xfrm>
        </p:grpSpPr>
        <p:sp>
          <p:nvSpPr>
            <p:cNvPr id="37" name="內容版面配置區 2">
              <a:extLst>
                <a:ext uri="{FF2B5EF4-FFF2-40B4-BE49-F238E27FC236}">
                  <a16:creationId xmlns:a16="http://schemas.microsoft.com/office/drawing/2014/main" id="{D690AE2A-2E3D-FCCE-D905-43FE85FD883B}"/>
                </a:ext>
              </a:extLst>
            </p:cNvPr>
            <p:cNvSpPr txBox="1">
              <a:spLocks/>
            </p:cNvSpPr>
            <p:nvPr/>
          </p:nvSpPr>
          <p:spPr>
            <a:xfrm>
              <a:off x="7349605" y="3145511"/>
              <a:ext cx="1509221" cy="53860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</a:pPr>
              <a:r>
                <a:rPr lang="en-US" altLang="zh-TW" sz="3200" b="1" dirty="0">
                  <a:solidFill>
                    <a:srgbClr val="8A3F0D"/>
                  </a:solidFill>
                </a:rPr>
                <a:t>Q1 </a:t>
              </a:r>
              <a:r>
                <a:rPr lang="en-US" altLang="zh-TW" sz="2400" b="1" dirty="0">
                  <a:solidFill>
                    <a:srgbClr val="8A3F0D"/>
                  </a:solidFill>
                </a:rPr>
                <a:t>(M3)</a:t>
              </a:r>
              <a:endParaRPr lang="zh-TW" altLang="zh-TW" sz="3200" dirty="0">
                <a:solidFill>
                  <a:srgbClr val="555555"/>
                </a:solidFill>
              </a:endParaRPr>
            </a:p>
          </p:txBody>
        </p:sp>
        <p:cxnSp>
          <p:nvCxnSpPr>
            <p:cNvPr id="39" name="直線單箭頭接點 38">
              <a:extLst>
                <a:ext uri="{FF2B5EF4-FFF2-40B4-BE49-F238E27FC236}">
                  <a16:creationId xmlns:a16="http://schemas.microsoft.com/office/drawing/2014/main" id="{FE033255-6DF8-DD4F-AC87-F9936B53457A}"/>
                </a:ext>
              </a:extLst>
            </p:cNvPr>
            <p:cNvCxnSpPr>
              <a:cxnSpLocks/>
              <a:stCxn id="12" idx="3"/>
              <a:endCxn id="37" idx="1"/>
            </p:cNvCxnSpPr>
            <p:nvPr/>
          </p:nvCxnSpPr>
          <p:spPr>
            <a:xfrm flipV="1">
              <a:off x="6853084" y="3414815"/>
              <a:ext cx="496521" cy="1"/>
            </a:xfrm>
            <a:prstGeom prst="straightConnector1">
              <a:avLst/>
            </a:prstGeom>
            <a:ln w="76200">
              <a:solidFill>
                <a:srgbClr val="8A3F0D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群組 8">
            <a:extLst>
              <a:ext uri="{FF2B5EF4-FFF2-40B4-BE49-F238E27FC236}">
                <a16:creationId xmlns:a16="http://schemas.microsoft.com/office/drawing/2014/main" id="{6895C3F2-53B8-CF56-4304-E861A8088529}"/>
              </a:ext>
            </a:extLst>
          </p:cNvPr>
          <p:cNvGrpSpPr/>
          <p:nvPr/>
        </p:nvGrpSpPr>
        <p:grpSpPr>
          <a:xfrm>
            <a:off x="8883705" y="4433594"/>
            <a:ext cx="1241570" cy="538607"/>
            <a:chOff x="6853084" y="3145511"/>
            <a:chExt cx="1241570" cy="538607"/>
          </a:xfrm>
        </p:grpSpPr>
        <p:sp>
          <p:nvSpPr>
            <p:cNvPr id="11" name="內容版面配置區 2">
              <a:extLst>
                <a:ext uri="{FF2B5EF4-FFF2-40B4-BE49-F238E27FC236}">
                  <a16:creationId xmlns:a16="http://schemas.microsoft.com/office/drawing/2014/main" id="{6EE9EBCD-B74A-3FDE-D296-9DD8A901E189}"/>
                </a:ext>
              </a:extLst>
            </p:cNvPr>
            <p:cNvSpPr txBox="1">
              <a:spLocks/>
            </p:cNvSpPr>
            <p:nvPr/>
          </p:nvSpPr>
          <p:spPr>
            <a:xfrm>
              <a:off x="7349605" y="3145511"/>
              <a:ext cx="745049" cy="53860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</a:pPr>
              <a:r>
                <a:rPr lang="en-US" altLang="zh-TW" sz="3200" b="1" dirty="0">
                  <a:solidFill>
                    <a:srgbClr val="8A3F0D"/>
                  </a:solidFill>
                </a:rPr>
                <a:t>Q2</a:t>
              </a:r>
              <a:endParaRPr lang="zh-TW" altLang="zh-TW" sz="3200" dirty="0">
                <a:solidFill>
                  <a:srgbClr val="555555"/>
                </a:solidFill>
              </a:endParaRPr>
            </a:p>
          </p:txBody>
        </p:sp>
        <p:cxnSp>
          <p:nvCxnSpPr>
            <p:cNvPr id="13" name="直線單箭頭接點 12">
              <a:extLst>
                <a:ext uri="{FF2B5EF4-FFF2-40B4-BE49-F238E27FC236}">
                  <a16:creationId xmlns:a16="http://schemas.microsoft.com/office/drawing/2014/main" id="{64232907-76CA-0896-35C7-551C32A9620E}"/>
                </a:ext>
              </a:extLst>
            </p:cNvPr>
            <p:cNvCxnSpPr>
              <a:cxnSpLocks/>
              <a:endCxn id="11" idx="1"/>
            </p:cNvCxnSpPr>
            <p:nvPr/>
          </p:nvCxnSpPr>
          <p:spPr>
            <a:xfrm flipV="1">
              <a:off x="6853084" y="3414815"/>
              <a:ext cx="496521" cy="1"/>
            </a:xfrm>
            <a:prstGeom prst="straightConnector1">
              <a:avLst/>
            </a:prstGeom>
            <a:ln w="76200">
              <a:solidFill>
                <a:srgbClr val="8A3F0D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AF81C0F2-C59A-3BE9-0A34-EA97B8BAB339}"/>
              </a:ext>
            </a:extLst>
          </p:cNvPr>
          <p:cNvGrpSpPr/>
          <p:nvPr/>
        </p:nvGrpSpPr>
        <p:grpSpPr>
          <a:xfrm>
            <a:off x="3915191" y="5358485"/>
            <a:ext cx="2144297" cy="538607"/>
            <a:chOff x="6853084" y="3145511"/>
            <a:chExt cx="2144297" cy="538607"/>
          </a:xfrm>
        </p:grpSpPr>
        <p:sp>
          <p:nvSpPr>
            <p:cNvPr id="17" name="內容版面配置區 2">
              <a:extLst>
                <a:ext uri="{FF2B5EF4-FFF2-40B4-BE49-F238E27FC236}">
                  <a16:creationId xmlns:a16="http://schemas.microsoft.com/office/drawing/2014/main" id="{F693363C-4656-1400-9A8A-DB1361DB2389}"/>
                </a:ext>
              </a:extLst>
            </p:cNvPr>
            <p:cNvSpPr txBox="1">
              <a:spLocks/>
            </p:cNvSpPr>
            <p:nvPr/>
          </p:nvSpPr>
          <p:spPr>
            <a:xfrm>
              <a:off x="7349605" y="3145511"/>
              <a:ext cx="1647776" cy="538607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>
                <a:buNone/>
              </a:pPr>
              <a:r>
                <a:rPr lang="en-US" altLang="zh-TW" sz="3200" b="1" dirty="0">
                  <a:solidFill>
                    <a:srgbClr val="8A3F0D"/>
                  </a:solidFill>
                </a:rPr>
                <a:t>Q3 </a:t>
              </a:r>
              <a:r>
                <a:rPr lang="en-US" altLang="zh-TW" sz="2400" b="1" dirty="0">
                  <a:solidFill>
                    <a:srgbClr val="8A3F0D"/>
                  </a:solidFill>
                </a:rPr>
                <a:t>(M4)</a:t>
              </a:r>
              <a:endParaRPr lang="zh-TW" altLang="zh-TW" sz="3200" dirty="0">
                <a:solidFill>
                  <a:srgbClr val="555555"/>
                </a:solidFill>
              </a:endParaRPr>
            </a:p>
          </p:txBody>
        </p:sp>
        <p:cxnSp>
          <p:nvCxnSpPr>
            <p:cNvPr id="19" name="直線單箭頭接點 18">
              <a:extLst>
                <a:ext uri="{FF2B5EF4-FFF2-40B4-BE49-F238E27FC236}">
                  <a16:creationId xmlns:a16="http://schemas.microsoft.com/office/drawing/2014/main" id="{CEDC86FF-DFD8-1E8F-84FF-6414BE91B695}"/>
                </a:ext>
              </a:extLst>
            </p:cNvPr>
            <p:cNvCxnSpPr>
              <a:cxnSpLocks/>
              <a:endCxn id="17" idx="1"/>
            </p:cNvCxnSpPr>
            <p:nvPr/>
          </p:nvCxnSpPr>
          <p:spPr>
            <a:xfrm flipV="1">
              <a:off x="6853084" y="3414815"/>
              <a:ext cx="496521" cy="1"/>
            </a:xfrm>
            <a:prstGeom prst="straightConnector1">
              <a:avLst/>
            </a:prstGeom>
            <a:ln w="76200">
              <a:solidFill>
                <a:srgbClr val="8A3F0D"/>
              </a:solidFill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6398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11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Driver Modeling—How we identify the drivers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22A5A8D8-01FA-9AEB-B0E0-6777A9B52B26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6927216" cy="807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rgbClr val="555555"/>
                </a:solidFill>
              </a:rPr>
              <a:t>Tells us which factors matter most (permutation importance)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97AA00CB-B3C2-78EA-7A7D-274C5AB7EECF}"/>
              </a:ext>
            </a:extLst>
          </p:cNvPr>
          <p:cNvSpPr txBox="1">
            <a:spLocks/>
          </p:cNvSpPr>
          <p:nvPr/>
        </p:nvSpPr>
        <p:spPr>
          <a:xfrm>
            <a:off x="712838" y="1513840"/>
            <a:ext cx="6927216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Many decision trees each predict the day's O₃ from weather → average the answers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6DDF8EC2-B455-805D-77E0-E219814E1527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GAM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2A8A4FD-0CAE-E95A-603F-74DC58C179B2}"/>
              </a:ext>
            </a:extLst>
          </p:cNvPr>
          <p:cNvSpPr txBox="1">
            <a:spLocks/>
          </p:cNvSpPr>
          <p:nvPr/>
        </p:nvSpPr>
        <p:spPr>
          <a:xfrm>
            <a:off x="712837" y="4829336"/>
            <a:ext cx="11306443" cy="44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TW" sz="2400" dirty="0">
                <a:solidFill>
                  <a:schemeClr val="bg2"/>
                </a:solidFill>
              </a:rPr>
              <a:t>Shows what shape each effect has (O₃ vs temperature, humidity…)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E5961E0-1082-BFC5-97B1-65BE31DC45E6}"/>
              </a:ext>
            </a:extLst>
          </p:cNvPr>
          <p:cNvSpPr txBox="1">
            <a:spLocks/>
          </p:cNvSpPr>
          <p:nvPr/>
        </p:nvSpPr>
        <p:spPr>
          <a:xfrm>
            <a:off x="712837" y="4040536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TW" sz="2400" dirty="0">
                <a:solidFill>
                  <a:schemeClr val="bg2"/>
                </a:solidFill>
              </a:rPr>
              <a:t>A regression that can bend — one smooth curve per factor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Random Forest</a:t>
            </a:r>
          </a:p>
        </p:txBody>
      </p:sp>
      <p:sp>
        <p:nvSpPr>
          <p:cNvPr id="7" name="矩形: 圓角 6">
            <a:extLst>
              <a:ext uri="{FF2B5EF4-FFF2-40B4-BE49-F238E27FC236}">
                <a16:creationId xmlns:a16="http://schemas.microsoft.com/office/drawing/2014/main" id="{2B38E0B9-19CD-A8B9-C651-FEA742F1632D}"/>
              </a:ext>
            </a:extLst>
          </p:cNvPr>
          <p:cNvSpPr>
            <a:spLocks noGrp="1"/>
          </p:cNvSpPr>
          <p:nvPr/>
        </p:nvSpPr>
        <p:spPr>
          <a:xfrm>
            <a:off x="8327904" y="191643"/>
            <a:ext cx="3702518" cy="3382961"/>
          </a:xfrm>
          <a:prstGeom prst="roundRect">
            <a:avLst>
              <a:gd name="adj" fmla="val 10630"/>
            </a:avLst>
          </a:prstGeom>
          <a:solidFill>
            <a:srgbClr val="F7F3E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>
              <a:solidFill>
                <a:srgbClr val="555555"/>
              </a:solidFill>
            </a:endParaRPr>
          </a:p>
        </p:txBody>
      </p:sp>
      <p:sp>
        <p:nvSpPr>
          <p:cNvPr id="13" name="文字方塊 21">
            <a:extLst>
              <a:ext uri="{FF2B5EF4-FFF2-40B4-BE49-F238E27FC236}">
                <a16:creationId xmlns:a16="http://schemas.microsoft.com/office/drawing/2014/main" id="{366B15EB-D6F5-03BE-9870-CF64F33E9AAB}"/>
              </a:ext>
            </a:extLst>
          </p:cNvPr>
          <p:cNvSpPr>
            <a:spLocks noGrp="1"/>
          </p:cNvSpPr>
          <p:nvPr/>
        </p:nvSpPr>
        <p:spPr>
          <a:xfrm>
            <a:off x="8327904" y="191644"/>
            <a:ext cx="3702518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sz="2400"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Meteorological variables</a:t>
            </a:r>
            <a:endParaRPr b="0" i="0" dirty="0">
              <a:solidFill>
                <a:srgbClr val="555555"/>
              </a:solidFill>
              <a:latin typeface="ui-monospace"/>
              <a:ea typeface="ui-monospace"/>
              <a:cs typeface="ui-monospace"/>
            </a:endParaRPr>
          </a:p>
          <a:p>
            <a:pPr marL="0" marR="0" indent="0" algn="ctr">
              <a:buNone/>
            </a:pPr>
            <a:r>
              <a:rPr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(T, RH, WS, Sunshine, Rainfall)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9F370F0-4C9D-680F-D500-DBF4A26F90F7}"/>
              </a:ext>
            </a:extLst>
          </p:cNvPr>
          <p:cNvSpPr>
            <a:spLocks noGrp="1"/>
          </p:cNvSpPr>
          <p:nvPr/>
        </p:nvSpPr>
        <p:spPr>
          <a:xfrm>
            <a:off x="8898231" y="1221941"/>
            <a:ext cx="2561864" cy="589073"/>
          </a:xfrm>
          <a:prstGeom prst="roundRect">
            <a:avLst/>
          </a:prstGeom>
          <a:solidFill>
            <a:srgbClr val="FFFF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555555"/>
              </a:solidFill>
            </a:endParaRPr>
          </a:p>
        </p:txBody>
      </p:sp>
      <p:sp>
        <p:nvSpPr>
          <p:cNvPr id="18" name="文字方塊 25">
            <a:extLst>
              <a:ext uri="{FF2B5EF4-FFF2-40B4-BE49-F238E27FC236}">
                <a16:creationId xmlns:a16="http://schemas.microsoft.com/office/drawing/2014/main" id="{FF89FE95-6C24-634B-CF61-1CF9F32D31D5}"/>
              </a:ext>
            </a:extLst>
          </p:cNvPr>
          <p:cNvSpPr>
            <a:spLocks noGrp="1"/>
          </p:cNvSpPr>
          <p:nvPr/>
        </p:nvSpPr>
        <p:spPr>
          <a:xfrm>
            <a:off x="8608864" y="1285645"/>
            <a:ext cx="31405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sz="2400" b="1" i="0" dirty="0">
                <a:solidFill>
                  <a:schemeClr val="accent2">
                    <a:lumMod val="50000"/>
                  </a:schemeClr>
                </a:solidFill>
                <a:latin typeface="ui-monospace"/>
                <a:ea typeface="ui-monospace"/>
                <a:cs typeface="ui-monospace"/>
              </a:rPr>
              <a:t>Decision trees</a:t>
            </a:r>
          </a:p>
        </p:txBody>
      </p:sp>
      <p:sp>
        <p:nvSpPr>
          <p:cNvPr id="20" name="文字方塊 28">
            <a:extLst>
              <a:ext uri="{FF2B5EF4-FFF2-40B4-BE49-F238E27FC236}">
                <a16:creationId xmlns:a16="http://schemas.microsoft.com/office/drawing/2014/main" id="{A52FBE24-CD01-E301-5225-8E77A4FDCEC1}"/>
              </a:ext>
            </a:extLst>
          </p:cNvPr>
          <p:cNvSpPr>
            <a:spLocks noGrp="1"/>
          </p:cNvSpPr>
          <p:nvPr/>
        </p:nvSpPr>
        <p:spPr>
          <a:xfrm>
            <a:off x="8779915" y="2227125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Tree1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58</a:t>
            </a:r>
          </a:p>
        </p:txBody>
      </p:sp>
      <p:sp>
        <p:nvSpPr>
          <p:cNvPr id="22" name="文字方塊 29">
            <a:extLst>
              <a:ext uri="{FF2B5EF4-FFF2-40B4-BE49-F238E27FC236}">
                <a16:creationId xmlns:a16="http://schemas.microsoft.com/office/drawing/2014/main" id="{07B9900E-8902-1418-3612-4BEDE731CECC}"/>
              </a:ext>
            </a:extLst>
          </p:cNvPr>
          <p:cNvSpPr>
            <a:spLocks noGrp="1"/>
          </p:cNvSpPr>
          <p:nvPr/>
        </p:nvSpPr>
        <p:spPr>
          <a:xfrm>
            <a:off x="9451135" y="2227125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Tree</a:t>
            </a:r>
            <a:r>
              <a:rPr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2</a:t>
            </a:r>
            <a:r>
              <a:rPr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61</a:t>
            </a:r>
            <a:endParaRPr b="0" i="0" dirty="0">
              <a:solidFill>
                <a:srgbClr val="555555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24" name="文字方塊 30">
            <a:extLst>
              <a:ext uri="{FF2B5EF4-FFF2-40B4-BE49-F238E27FC236}">
                <a16:creationId xmlns:a16="http://schemas.microsoft.com/office/drawing/2014/main" id="{847EA612-31E6-C035-5FE8-CB515D1239CC}"/>
              </a:ext>
            </a:extLst>
          </p:cNvPr>
          <p:cNvSpPr>
            <a:spLocks noGrp="1"/>
          </p:cNvSpPr>
          <p:nvPr/>
        </p:nvSpPr>
        <p:spPr>
          <a:xfrm>
            <a:off x="10122355" y="2227125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Tree3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63</a:t>
            </a:r>
            <a:endParaRPr b="0" i="0" dirty="0">
              <a:solidFill>
                <a:srgbClr val="555555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26" name="文字方塊 31">
            <a:extLst>
              <a:ext uri="{FF2B5EF4-FFF2-40B4-BE49-F238E27FC236}">
                <a16:creationId xmlns:a16="http://schemas.microsoft.com/office/drawing/2014/main" id="{15128A49-EFCC-98B3-77C1-DCBDF35D1490}"/>
              </a:ext>
            </a:extLst>
          </p:cNvPr>
          <p:cNvSpPr>
            <a:spLocks noGrp="1"/>
          </p:cNvSpPr>
          <p:nvPr/>
        </p:nvSpPr>
        <p:spPr>
          <a:xfrm>
            <a:off x="10793576" y="2227125"/>
            <a:ext cx="829376" cy="48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Tree4     </a:t>
            </a:r>
          </a:p>
          <a:p>
            <a:pPr marL="0" marR="0" indent="0" algn="ctr">
              <a:lnSpc>
                <a:spcPts val="1500"/>
              </a:lnSpc>
              <a:buNone/>
            </a:pPr>
            <a:r>
              <a:rPr b="0" i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59</a:t>
            </a:r>
          </a:p>
        </p:txBody>
      </p:sp>
      <p:sp>
        <p:nvSpPr>
          <p:cNvPr id="28" name="箭號: 向下 27">
            <a:extLst>
              <a:ext uri="{FF2B5EF4-FFF2-40B4-BE49-F238E27FC236}">
                <a16:creationId xmlns:a16="http://schemas.microsoft.com/office/drawing/2014/main" id="{40BCF483-193D-9C87-B993-40A85533C803}"/>
              </a:ext>
            </a:extLst>
          </p:cNvPr>
          <p:cNvSpPr>
            <a:spLocks noGrp="1"/>
          </p:cNvSpPr>
          <p:nvPr/>
        </p:nvSpPr>
        <p:spPr>
          <a:xfrm>
            <a:off x="10093055" y="1888342"/>
            <a:ext cx="187456" cy="244257"/>
          </a:xfrm>
          <a:prstGeom prst="downArrow">
            <a:avLst/>
          </a:prstGeom>
          <a:solidFill>
            <a:srgbClr val="5878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555555"/>
              </a:solidFill>
            </a:endParaRPr>
          </a:p>
        </p:txBody>
      </p:sp>
      <p:sp>
        <p:nvSpPr>
          <p:cNvPr id="30" name="箭號: 向下 29">
            <a:extLst>
              <a:ext uri="{FF2B5EF4-FFF2-40B4-BE49-F238E27FC236}">
                <a16:creationId xmlns:a16="http://schemas.microsoft.com/office/drawing/2014/main" id="{7D647FCE-B37C-8485-E668-3A10D9BF3D52}"/>
              </a:ext>
            </a:extLst>
          </p:cNvPr>
          <p:cNvSpPr>
            <a:spLocks noGrp="1"/>
          </p:cNvSpPr>
          <p:nvPr/>
        </p:nvSpPr>
        <p:spPr>
          <a:xfrm>
            <a:off x="10093055" y="937405"/>
            <a:ext cx="187456" cy="244257"/>
          </a:xfrm>
          <a:prstGeom prst="downArrow">
            <a:avLst/>
          </a:prstGeom>
          <a:solidFill>
            <a:srgbClr val="5878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555555"/>
              </a:solidFill>
            </a:endParaRPr>
          </a:p>
        </p:txBody>
      </p:sp>
      <p:sp>
        <p:nvSpPr>
          <p:cNvPr id="32" name="箭號: 向下 31">
            <a:extLst>
              <a:ext uri="{FF2B5EF4-FFF2-40B4-BE49-F238E27FC236}">
                <a16:creationId xmlns:a16="http://schemas.microsoft.com/office/drawing/2014/main" id="{BE241CD9-D6B3-F540-675C-60BD2E6C5692}"/>
              </a:ext>
            </a:extLst>
          </p:cNvPr>
          <p:cNvSpPr>
            <a:spLocks noGrp="1"/>
          </p:cNvSpPr>
          <p:nvPr/>
        </p:nvSpPr>
        <p:spPr>
          <a:xfrm>
            <a:off x="10093055" y="2839447"/>
            <a:ext cx="187456" cy="244257"/>
          </a:xfrm>
          <a:prstGeom prst="downArrow">
            <a:avLst/>
          </a:prstGeom>
          <a:solidFill>
            <a:srgbClr val="58787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>
              <a:solidFill>
                <a:srgbClr val="555555"/>
              </a:solidFill>
            </a:endParaRPr>
          </a:p>
        </p:txBody>
      </p:sp>
      <p:sp>
        <p:nvSpPr>
          <p:cNvPr id="34" name="文字方塊 36">
            <a:extLst>
              <a:ext uri="{FF2B5EF4-FFF2-40B4-BE49-F238E27FC236}">
                <a16:creationId xmlns:a16="http://schemas.microsoft.com/office/drawing/2014/main" id="{A3A73844-2300-27A5-54AC-E1D1983698AC}"/>
              </a:ext>
            </a:extLst>
          </p:cNvPr>
          <p:cNvSpPr>
            <a:spLocks noGrp="1"/>
          </p:cNvSpPr>
          <p:nvPr/>
        </p:nvSpPr>
        <p:spPr>
          <a:xfrm>
            <a:off x="8713984" y="3124977"/>
            <a:ext cx="29303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buNone/>
            </a:pPr>
            <a:r>
              <a:rPr b="0" i="0" dirty="0">
                <a:solidFill>
                  <a:srgbClr val="555555"/>
                </a:solidFill>
                <a:latin typeface="ui-monospace"/>
                <a:ea typeface="ui-monospace"/>
                <a:cs typeface="ui-monospace"/>
              </a:rPr>
              <a:t> Final O₃ prediction = average</a:t>
            </a:r>
            <a:endParaRPr sz="1400" b="0" i="0" dirty="0">
              <a:solidFill>
                <a:srgbClr val="555555"/>
              </a:solidFill>
              <a:latin typeface="ui-monospace"/>
              <a:ea typeface="ui-monospace"/>
              <a:cs typeface="ui-monospace"/>
            </a:endParaRP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29D2688A-EF2F-4883-7805-F9C7048C9C94}"/>
              </a:ext>
            </a:extLst>
          </p:cNvPr>
          <p:cNvSpPr>
            <a:spLocks noGrp="1"/>
          </p:cNvSpPr>
          <p:nvPr/>
        </p:nvSpPr>
        <p:spPr>
          <a:xfrm>
            <a:off x="712837" y="5554110"/>
            <a:ext cx="9790730" cy="888986"/>
          </a:xfrm>
          <a:prstGeom prst="roundRect">
            <a:avLst>
              <a:gd name="adj" fmla="val 10630"/>
            </a:avLst>
          </a:prstGeom>
          <a:solidFill>
            <a:srgbClr val="F7F3E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>
              <a:solidFill>
                <a:srgbClr val="555555"/>
              </a:solidFill>
            </a:endParaRPr>
          </a:p>
        </p:txBody>
      </p:sp>
      <p:sp>
        <p:nvSpPr>
          <p:cNvPr id="39" name="文字方塊 21">
            <a:extLst>
              <a:ext uri="{FF2B5EF4-FFF2-40B4-BE49-F238E27FC236}">
                <a16:creationId xmlns:a16="http://schemas.microsoft.com/office/drawing/2014/main" id="{84117D11-1496-33DE-4BBD-646C16880078}"/>
              </a:ext>
            </a:extLst>
          </p:cNvPr>
          <p:cNvSpPr>
            <a:spLocks noGrp="1"/>
          </p:cNvSpPr>
          <p:nvPr/>
        </p:nvSpPr>
        <p:spPr>
          <a:xfrm>
            <a:off x="1059040" y="5597376"/>
            <a:ext cx="91114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Replace each straight line with a smooth curve: </a:t>
            </a:r>
            <a:r>
              <a:rPr lang="en-US" sz="2400" b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O₃ ≈ </a:t>
            </a:r>
            <a:r>
              <a:rPr lang="en-US" sz="2400" b="1" i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₁(temperature) + </a:t>
            </a:r>
            <a:r>
              <a:rPr lang="en-US" sz="2400" b="1" i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₂(humidity) + </a:t>
            </a:r>
            <a:r>
              <a:rPr lang="en-US" sz="2400" b="1" i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₃(sunshine) + …</a:t>
            </a:r>
            <a:r>
              <a:rPr lang="en-US" sz="2400" dirty="0">
                <a:solidFill>
                  <a:schemeClr val="bg2"/>
                </a:solidFill>
                <a:latin typeface="ui-monospace"/>
                <a:ea typeface="ui-monospace"/>
                <a:cs typeface="ui-monospace"/>
              </a:rPr>
              <a:t>, where every f is a curve that can bend.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8FF4-B5A4-DAD6-991D-0FFDEB423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19E7D8E-66B1-6912-DA72-455080705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12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37C1B0F-158D-321F-C383-CD6A677EB90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M3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Driver Modeling—How we identify the drivers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5B18FE68-0DE8-9951-3E50-E59BAAAD69E1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6927216" cy="807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chemeClr val="bg2"/>
                </a:solidFill>
              </a:rPr>
              <a:t>Tells us which factors matter most (permutation importance)</a:t>
            </a:r>
          </a:p>
        </p:txBody>
      </p:sp>
      <p:sp>
        <p:nvSpPr>
          <p:cNvPr id="17" name="內容版面配置區 2">
            <a:extLst>
              <a:ext uri="{FF2B5EF4-FFF2-40B4-BE49-F238E27FC236}">
                <a16:creationId xmlns:a16="http://schemas.microsoft.com/office/drawing/2014/main" id="{2F6047D1-E8F9-26A6-A19A-BBD8ACC4470A}"/>
              </a:ext>
            </a:extLst>
          </p:cNvPr>
          <p:cNvSpPr txBox="1">
            <a:spLocks/>
          </p:cNvSpPr>
          <p:nvPr/>
        </p:nvSpPr>
        <p:spPr>
          <a:xfrm>
            <a:off x="712838" y="1513840"/>
            <a:ext cx="6927216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chemeClr val="bg2"/>
                </a:solidFill>
              </a:rPr>
              <a:t>Many decision trees each predict the day's O₃ from weather → average the answers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ED2472DD-F065-5E47-0828-4D24D8DF6DD2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GAM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DE2200EC-8C38-B82B-1919-9797C436F8DB}"/>
              </a:ext>
            </a:extLst>
          </p:cNvPr>
          <p:cNvSpPr txBox="1">
            <a:spLocks/>
          </p:cNvSpPr>
          <p:nvPr/>
        </p:nvSpPr>
        <p:spPr>
          <a:xfrm>
            <a:off x="712837" y="4829336"/>
            <a:ext cx="11306443" cy="4459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TW" sz="2400" dirty="0">
                <a:solidFill>
                  <a:srgbClr val="555555"/>
                </a:solidFill>
              </a:rPr>
              <a:t>Shows what shape each effect has (O₃ vs temperature, humidity…)</a:t>
            </a: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C1B0106B-FFDE-EF0D-D459-B838D42C70DD}"/>
              </a:ext>
            </a:extLst>
          </p:cNvPr>
          <p:cNvSpPr txBox="1">
            <a:spLocks/>
          </p:cNvSpPr>
          <p:nvPr/>
        </p:nvSpPr>
        <p:spPr>
          <a:xfrm>
            <a:off x="712837" y="4040536"/>
            <a:ext cx="11204843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altLang="zh-TW" sz="2400" dirty="0">
                <a:solidFill>
                  <a:srgbClr val="555555"/>
                </a:solidFill>
              </a:rPr>
              <a:t>A regression that can bend — one smooth curve per factor</a:t>
            </a: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DE6BB03-D6B4-6F64-45B3-900045273D99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Random Forest</a:t>
            </a:r>
          </a:p>
        </p:txBody>
      </p:sp>
      <p:sp>
        <p:nvSpPr>
          <p:cNvPr id="36" name="矩形: 圓角 35">
            <a:extLst>
              <a:ext uri="{FF2B5EF4-FFF2-40B4-BE49-F238E27FC236}">
                <a16:creationId xmlns:a16="http://schemas.microsoft.com/office/drawing/2014/main" id="{4AAF749C-2274-0AA3-CCB2-A6CFEA4F6C12}"/>
              </a:ext>
            </a:extLst>
          </p:cNvPr>
          <p:cNvSpPr>
            <a:spLocks noGrp="1"/>
          </p:cNvSpPr>
          <p:nvPr/>
        </p:nvSpPr>
        <p:spPr>
          <a:xfrm>
            <a:off x="712837" y="5554110"/>
            <a:ext cx="9790730" cy="888986"/>
          </a:xfrm>
          <a:prstGeom prst="roundRect">
            <a:avLst>
              <a:gd name="adj" fmla="val 10630"/>
            </a:avLst>
          </a:prstGeom>
          <a:solidFill>
            <a:srgbClr val="F7F3ED"/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>
              <a:solidFill>
                <a:srgbClr val="555555"/>
              </a:solidFill>
            </a:endParaRPr>
          </a:p>
        </p:txBody>
      </p:sp>
      <p:sp>
        <p:nvSpPr>
          <p:cNvPr id="39" name="文字方塊 21">
            <a:extLst>
              <a:ext uri="{FF2B5EF4-FFF2-40B4-BE49-F238E27FC236}">
                <a16:creationId xmlns:a16="http://schemas.microsoft.com/office/drawing/2014/main" id="{7902EB6B-0AFC-94F5-15EE-9C76EE46C245}"/>
              </a:ext>
            </a:extLst>
          </p:cNvPr>
          <p:cNvSpPr>
            <a:spLocks noGrp="1"/>
          </p:cNvSpPr>
          <p:nvPr/>
        </p:nvSpPr>
        <p:spPr>
          <a:xfrm>
            <a:off x="1059040" y="5597376"/>
            <a:ext cx="911143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587876"/>
                </a:solidFill>
                <a:latin typeface="ui-monospace"/>
                <a:ea typeface="ui-monospace"/>
                <a:cs typeface="ui-monospace"/>
              </a:rPr>
              <a:t>Replace each straight line with a smooth curve: </a:t>
            </a:r>
            <a:r>
              <a:rPr lang="en-US" sz="2400" b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O₃ ≈ </a:t>
            </a:r>
            <a:r>
              <a:rPr lang="en-US" sz="2400" b="1" i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₁(temperature) + </a:t>
            </a:r>
            <a:r>
              <a:rPr lang="en-US" sz="2400" b="1" i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₂(humidity) + </a:t>
            </a:r>
            <a:r>
              <a:rPr lang="en-US" sz="2400" b="1" i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f</a:t>
            </a:r>
            <a:r>
              <a:rPr lang="en-US" sz="2400" b="1" dirty="0">
                <a:solidFill>
                  <a:srgbClr val="8A3F0D"/>
                </a:solidFill>
                <a:latin typeface="ui-monospace"/>
                <a:ea typeface="ui-monospace"/>
                <a:cs typeface="ui-monospace"/>
              </a:rPr>
              <a:t>₃(sunshine) + …</a:t>
            </a:r>
            <a:r>
              <a:rPr lang="en-US" sz="2400" dirty="0">
                <a:solidFill>
                  <a:srgbClr val="587876"/>
                </a:solidFill>
                <a:latin typeface="ui-monospace"/>
                <a:ea typeface="ui-monospace"/>
                <a:cs typeface="ui-monospace"/>
              </a:rPr>
              <a:t>, where every f is a curve that can bend.</a:t>
            </a:r>
          </a:p>
        </p:txBody>
      </p:sp>
    </p:spTree>
    <p:extLst>
      <p:ext uri="{BB962C8B-B14F-4D97-AF65-F5344CB8AC3E}">
        <p14:creationId xmlns:p14="http://schemas.microsoft.com/office/powerpoint/2010/main" val="171158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05B9DD85-1A1C-097A-F38D-958805FDF82B}"/>
              </a:ext>
            </a:extLst>
          </p:cNvPr>
          <p:cNvSpPr>
            <a:spLocks noGrp="1"/>
          </p:cNvSpPr>
          <p:nvPr/>
        </p:nvSpPr>
        <p:spPr>
          <a:xfrm>
            <a:off x="8141367" y="1770241"/>
            <a:ext cx="3705727" cy="108635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Trend Analysis—How we judge the long-term trend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Mann–Kendall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6E34DEB5-B504-91A8-CDFD-C67165DD75AC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Sen's slope</a:t>
            </a:r>
          </a:p>
        </p:txBody>
      </p:sp>
      <p:sp>
        <p:nvSpPr>
          <p:cNvPr id="13" name="文字方塊 6">
            <a:extLst>
              <a:ext uri="{FF2B5EF4-FFF2-40B4-BE49-F238E27FC236}">
                <a16:creationId xmlns:a16="http://schemas.microsoft.com/office/drawing/2014/main" id="{E23C6314-868B-EAA9-675E-903248E70B5C}"/>
              </a:ext>
            </a:extLst>
          </p:cNvPr>
          <p:cNvSpPr>
            <a:spLocks noGrp="1"/>
          </p:cNvSpPr>
          <p:nvPr/>
        </p:nvSpPr>
        <p:spPr>
          <a:xfrm>
            <a:off x="8430126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8A3F0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字方塊 6">
            <a:extLst>
              <a:ext uri="{FF2B5EF4-FFF2-40B4-BE49-F238E27FC236}">
                <a16:creationId xmlns:a16="http://schemas.microsoft.com/office/drawing/2014/main" id="{5BC33094-9C6F-89B8-E790-FED6E9A101A0}"/>
              </a:ext>
            </a:extLst>
          </p:cNvPr>
          <p:cNvSpPr>
            <a:spLocks noGrp="1"/>
          </p:cNvSpPr>
          <p:nvPr/>
        </p:nvSpPr>
        <p:spPr>
          <a:xfrm>
            <a:off x="9320464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8A3F0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字方塊 6">
            <a:extLst>
              <a:ext uri="{FF2B5EF4-FFF2-40B4-BE49-F238E27FC236}">
                <a16:creationId xmlns:a16="http://schemas.microsoft.com/office/drawing/2014/main" id="{7562CA35-686E-A16F-A7AD-3A83944D0332}"/>
              </a:ext>
            </a:extLst>
          </p:cNvPr>
          <p:cNvSpPr>
            <a:spLocks noGrp="1"/>
          </p:cNvSpPr>
          <p:nvPr/>
        </p:nvSpPr>
        <p:spPr>
          <a:xfrm>
            <a:off x="10210801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rgbClr val="8A3F0D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6">
            <a:extLst>
              <a:ext uri="{FF2B5EF4-FFF2-40B4-BE49-F238E27FC236}">
                <a16:creationId xmlns:a16="http://schemas.microsoft.com/office/drawing/2014/main" id="{849CEA55-6A8C-C444-269E-55FF4691A193}"/>
              </a:ext>
            </a:extLst>
          </p:cNvPr>
          <p:cNvSpPr>
            <a:spLocks noGrp="1"/>
          </p:cNvSpPr>
          <p:nvPr/>
        </p:nvSpPr>
        <p:spPr>
          <a:xfrm>
            <a:off x="11101137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8A3F0D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字方塊 6">
            <a:extLst>
              <a:ext uri="{FF2B5EF4-FFF2-40B4-BE49-F238E27FC236}">
                <a16:creationId xmlns:a16="http://schemas.microsoft.com/office/drawing/2014/main" id="{F460F6F0-FD40-135E-0A09-AF73C9C19BB2}"/>
              </a:ext>
            </a:extLst>
          </p:cNvPr>
          <p:cNvSpPr>
            <a:spLocks noGrp="1"/>
          </p:cNvSpPr>
          <p:nvPr/>
        </p:nvSpPr>
        <p:spPr>
          <a:xfrm>
            <a:off x="8875295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5878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6">
            <a:extLst>
              <a:ext uri="{FF2B5EF4-FFF2-40B4-BE49-F238E27FC236}">
                <a16:creationId xmlns:a16="http://schemas.microsoft.com/office/drawing/2014/main" id="{A112B954-CFD9-82F4-DA2A-01ACD4E9E8CA}"/>
              </a:ext>
            </a:extLst>
          </p:cNvPr>
          <p:cNvSpPr>
            <a:spLocks noGrp="1"/>
          </p:cNvSpPr>
          <p:nvPr/>
        </p:nvSpPr>
        <p:spPr>
          <a:xfrm>
            <a:off x="9765632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5878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-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字方塊 6">
            <a:extLst>
              <a:ext uri="{FF2B5EF4-FFF2-40B4-BE49-F238E27FC236}">
                <a16:creationId xmlns:a16="http://schemas.microsoft.com/office/drawing/2014/main" id="{F8CDADEC-C4E9-25B4-349F-D32C88289C65}"/>
              </a:ext>
            </a:extLst>
          </p:cNvPr>
          <p:cNvSpPr>
            <a:spLocks noGrp="1"/>
          </p:cNvSpPr>
          <p:nvPr/>
        </p:nvSpPr>
        <p:spPr>
          <a:xfrm>
            <a:off x="10655969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rgbClr val="58787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endParaRPr sz="2600" b="1" dirty="0">
              <a:solidFill>
                <a:srgbClr val="587876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EC6D9D18-F7EF-F5A8-2961-7B2F35CF6050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6927216" cy="807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rgbClr val="555555"/>
                </a:solidFill>
              </a:rPr>
              <a:t>Seasonal version: each October only vs other Octobers — seasons cannot fake a trend</a:t>
            </a: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8539250D-787C-FCD4-48E6-056895A6FC54}"/>
              </a:ext>
            </a:extLst>
          </p:cNvPr>
          <p:cNvSpPr txBox="1">
            <a:spLocks/>
          </p:cNvSpPr>
          <p:nvPr/>
        </p:nvSpPr>
        <p:spPr>
          <a:xfrm>
            <a:off x="712838" y="1513840"/>
            <a:ext cx="6927216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Mostly +1 → rising · mostly −1 → falling · near 0 → no trend → p-value</a:t>
            </a: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146975F3-DC74-F9D3-21CA-DD3A076A9251}"/>
              </a:ext>
            </a:extLst>
          </p:cNvPr>
          <p:cNvSpPr txBox="1">
            <a:spLocks/>
          </p:cNvSpPr>
          <p:nvPr/>
        </p:nvSpPr>
        <p:spPr>
          <a:xfrm>
            <a:off x="712837" y="5025993"/>
            <a:ext cx="7264100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chemeClr val="bg2"/>
                </a:solidFill>
              </a:rPr>
              <a:t>Take the median of all those slopes → ppb per year</a:t>
            </a:r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DD1A003C-69E4-C0D6-A6F4-2D4AA96B8109}"/>
              </a:ext>
            </a:extLst>
          </p:cNvPr>
          <p:cNvSpPr txBox="1">
            <a:spLocks/>
          </p:cNvSpPr>
          <p:nvPr/>
        </p:nvSpPr>
        <p:spPr>
          <a:xfrm>
            <a:off x="712838" y="4179335"/>
            <a:ext cx="6994189" cy="782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chemeClr val="bg2"/>
                </a:solidFill>
              </a:rPr>
              <a:t>Draw a line through every pair of points, compute its slope</a:t>
            </a: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1A824724-16AE-FFC5-EAA7-2C978334067D}"/>
              </a:ext>
            </a:extLst>
          </p:cNvPr>
          <p:cNvSpPr txBox="1">
            <a:spLocks/>
          </p:cNvSpPr>
          <p:nvPr/>
        </p:nvSpPr>
        <p:spPr>
          <a:xfrm>
            <a:off x="712837" y="5582430"/>
            <a:ext cx="7264100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chemeClr val="bg2"/>
                </a:solidFill>
              </a:rPr>
              <a:t>Median = a few extreme months cannot pull it off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4CCF6FD-D6B7-9E1A-2B52-B67CAF909025}"/>
              </a:ext>
            </a:extLst>
          </p:cNvPr>
          <p:cNvSpPr txBox="1"/>
          <p:nvPr/>
        </p:nvSpPr>
        <p:spPr>
          <a:xfrm>
            <a:off x="-40640" y="36372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BC6A8-2AFD-7F3A-0336-833528EE6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8A740888-BB21-32C8-7DE7-23311890949C}"/>
              </a:ext>
            </a:extLst>
          </p:cNvPr>
          <p:cNvSpPr>
            <a:spLocks noGrp="1"/>
          </p:cNvSpPr>
          <p:nvPr/>
        </p:nvSpPr>
        <p:spPr>
          <a:xfrm>
            <a:off x="8141367" y="1770241"/>
            <a:ext cx="3705727" cy="108635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dirty="0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E7B30E4-FB06-56A2-75FC-C84617E13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14</a:t>
            </a:fld>
            <a:endParaRPr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1134E25-89C6-AD9F-32EB-FD9294C4EC27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M4</a:t>
            </a:r>
            <a:r>
              <a:rPr lang="zh-TW" alt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altLang="zh-TW" sz="2400" dirty="0">
                <a:solidFill>
                  <a:schemeClr val="accent2">
                    <a:lumMod val="50000"/>
                  </a:schemeClr>
                </a:solidFill>
              </a:rPr>
              <a:t>Trend Analysis—How we judge the long-term trend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BA78BFAC-B23A-6360-CB33-9BC9A94D1CE7}"/>
              </a:ext>
            </a:extLst>
          </p:cNvPr>
          <p:cNvSpPr txBox="1">
            <a:spLocks/>
          </p:cNvSpPr>
          <p:nvPr/>
        </p:nvSpPr>
        <p:spPr>
          <a:xfrm>
            <a:off x="334298" y="739775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chemeClr val="bg2"/>
                </a:solidFill>
              </a:rPr>
              <a:t>Mann–Kendall</a:t>
            </a: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B150F7A2-2AD1-D0C0-D337-C03190660F2F}"/>
              </a:ext>
            </a:extLst>
          </p:cNvPr>
          <p:cNvSpPr txBox="1">
            <a:spLocks/>
          </p:cNvSpPr>
          <p:nvPr/>
        </p:nvSpPr>
        <p:spPr>
          <a:xfrm>
            <a:off x="334298" y="3394932"/>
            <a:ext cx="105156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b="1" dirty="0">
                <a:solidFill>
                  <a:srgbClr val="587876"/>
                </a:solidFill>
              </a:rPr>
              <a:t>Sen's slope</a:t>
            </a:r>
          </a:p>
        </p:txBody>
      </p:sp>
      <p:sp>
        <p:nvSpPr>
          <p:cNvPr id="13" name="文字方塊 6">
            <a:extLst>
              <a:ext uri="{FF2B5EF4-FFF2-40B4-BE49-F238E27FC236}">
                <a16:creationId xmlns:a16="http://schemas.microsoft.com/office/drawing/2014/main" id="{420B3176-CA39-6C8E-30B7-BF1980656DA9}"/>
              </a:ext>
            </a:extLst>
          </p:cNvPr>
          <p:cNvSpPr>
            <a:spLocks noGrp="1"/>
          </p:cNvSpPr>
          <p:nvPr/>
        </p:nvSpPr>
        <p:spPr>
          <a:xfrm>
            <a:off x="8430126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文字方塊 6">
            <a:extLst>
              <a:ext uri="{FF2B5EF4-FFF2-40B4-BE49-F238E27FC236}">
                <a16:creationId xmlns:a16="http://schemas.microsoft.com/office/drawing/2014/main" id="{793CC397-45FB-B63C-C482-3F24AF817C20}"/>
              </a:ext>
            </a:extLst>
          </p:cNvPr>
          <p:cNvSpPr>
            <a:spLocks noGrp="1"/>
          </p:cNvSpPr>
          <p:nvPr/>
        </p:nvSpPr>
        <p:spPr>
          <a:xfrm>
            <a:off x="9320464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2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文字方塊 6">
            <a:extLst>
              <a:ext uri="{FF2B5EF4-FFF2-40B4-BE49-F238E27FC236}">
                <a16:creationId xmlns:a16="http://schemas.microsoft.com/office/drawing/2014/main" id="{3AFF68A0-8CE6-D0C8-FB15-CB1A10118AA8}"/>
              </a:ext>
            </a:extLst>
          </p:cNvPr>
          <p:cNvSpPr>
            <a:spLocks noGrp="1"/>
          </p:cNvSpPr>
          <p:nvPr/>
        </p:nvSpPr>
        <p:spPr>
          <a:xfrm>
            <a:off x="10210801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1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9" name="文字方塊 6">
            <a:extLst>
              <a:ext uri="{FF2B5EF4-FFF2-40B4-BE49-F238E27FC236}">
                <a16:creationId xmlns:a16="http://schemas.microsoft.com/office/drawing/2014/main" id="{20C774BC-F0F6-17C3-5BB0-5DE356FFA1AB}"/>
              </a:ext>
            </a:extLst>
          </p:cNvPr>
          <p:cNvSpPr>
            <a:spLocks noGrp="1"/>
          </p:cNvSpPr>
          <p:nvPr/>
        </p:nvSpPr>
        <p:spPr>
          <a:xfrm>
            <a:off x="11101137" y="1974594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文字方塊 6">
            <a:extLst>
              <a:ext uri="{FF2B5EF4-FFF2-40B4-BE49-F238E27FC236}">
                <a16:creationId xmlns:a16="http://schemas.microsoft.com/office/drawing/2014/main" id="{B458D53E-56FB-D0D3-2CD6-9C41846C69BA}"/>
              </a:ext>
            </a:extLst>
          </p:cNvPr>
          <p:cNvSpPr>
            <a:spLocks noGrp="1"/>
          </p:cNvSpPr>
          <p:nvPr/>
        </p:nvSpPr>
        <p:spPr>
          <a:xfrm>
            <a:off x="8875295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1" name="文字方塊 6">
            <a:extLst>
              <a:ext uri="{FF2B5EF4-FFF2-40B4-BE49-F238E27FC236}">
                <a16:creationId xmlns:a16="http://schemas.microsoft.com/office/drawing/2014/main" id="{55D42C4B-D440-49C2-A326-E22A5DFCD527}"/>
              </a:ext>
            </a:extLst>
          </p:cNvPr>
          <p:cNvSpPr>
            <a:spLocks noGrp="1"/>
          </p:cNvSpPr>
          <p:nvPr/>
        </p:nvSpPr>
        <p:spPr>
          <a:xfrm>
            <a:off x="9765632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-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2" name="文字方塊 6">
            <a:extLst>
              <a:ext uri="{FF2B5EF4-FFF2-40B4-BE49-F238E27FC236}">
                <a16:creationId xmlns:a16="http://schemas.microsoft.com/office/drawing/2014/main" id="{EA14C742-89AC-E075-E86C-8E7CB902FA9D}"/>
              </a:ext>
            </a:extLst>
          </p:cNvPr>
          <p:cNvSpPr>
            <a:spLocks noGrp="1"/>
          </p:cNvSpPr>
          <p:nvPr/>
        </p:nvSpPr>
        <p:spPr>
          <a:xfrm>
            <a:off x="10655969" y="2271816"/>
            <a:ext cx="42614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solidFill>
                  <a:schemeClr val="bg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/>
              </a:rPr>
              <a:t>+</a:t>
            </a:r>
            <a:endParaRPr sz="2600" b="1" dirty="0">
              <a:solidFill>
                <a:schemeClr val="bg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9" name="內容版面配置區 2">
            <a:extLst>
              <a:ext uri="{FF2B5EF4-FFF2-40B4-BE49-F238E27FC236}">
                <a16:creationId xmlns:a16="http://schemas.microsoft.com/office/drawing/2014/main" id="{B2D1B79C-B773-34AC-9EAD-E66CF208541B}"/>
              </a:ext>
            </a:extLst>
          </p:cNvPr>
          <p:cNvSpPr txBox="1">
            <a:spLocks/>
          </p:cNvSpPr>
          <p:nvPr/>
        </p:nvSpPr>
        <p:spPr>
          <a:xfrm>
            <a:off x="712837" y="2378595"/>
            <a:ext cx="6927216" cy="8073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chemeClr val="bg2"/>
                </a:solidFill>
              </a:rPr>
              <a:t>Seasonal version: each October only vs other Octobers — seasons cannot fake a trend</a:t>
            </a:r>
          </a:p>
        </p:txBody>
      </p:sp>
      <p:sp>
        <p:nvSpPr>
          <p:cNvPr id="31" name="內容版面配置區 2">
            <a:extLst>
              <a:ext uri="{FF2B5EF4-FFF2-40B4-BE49-F238E27FC236}">
                <a16:creationId xmlns:a16="http://schemas.microsoft.com/office/drawing/2014/main" id="{3AFB7A3B-FE59-4587-BA59-F9CDFF4065DB}"/>
              </a:ext>
            </a:extLst>
          </p:cNvPr>
          <p:cNvSpPr txBox="1">
            <a:spLocks/>
          </p:cNvSpPr>
          <p:nvPr/>
        </p:nvSpPr>
        <p:spPr>
          <a:xfrm>
            <a:off x="712838" y="1513840"/>
            <a:ext cx="6927216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chemeClr val="bg2"/>
                </a:solidFill>
              </a:rPr>
              <a:t>Mostly +1 → rising · mostly −1 → falling · near 0 → no trend → p-value</a:t>
            </a:r>
          </a:p>
        </p:txBody>
      </p:sp>
      <p:sp>
        <p:nvSpPr>
          <p:cNvPr id="32" name="內容版面配置區 2">
            <a:extLst>
              <a:ext uri="{FF2B5EF4-FFF2-40B4-BE49-F238E27FC236}">
                <a16:creationId xmlns:a16="http://schemas.microsoft.com/office/drawing/2014/main" id="{3DE0FDE2-61F2-7270-04C3-C1E49AD567EC}"/>
              </a:ext>
            </a:extLst>
          </p:cNvPr>
          <p:cNvSpPr txBox="1">
            <a:spLocks/>
          </p:cNvSpPr>
          <p:nvPr/>
        </p:nvSpPr>
        <p:spPr>
          <a:xfrm>
            <a:off x="712837" y="5025993"/>
            <a:ext cx="7264100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rgbClr val="555555"/>
                </a:solidFill>
              </a:rPr>
              <a:t>Take the median of all those slopes → ppb per year</a:t>
            </a:r>
          </a:p>
        </p:txBody>
      </p:sp>
      <p:sp>
        <p:nvSpPr>
          <p:cNvPr id="33" name="內容版面配置區 2">
            <a:extLst>
              <a:ext uri="{FF2B5EF4-FFF2-40B4-BE49-F238E27FC236}">
                <a16:creationId xmlns:a16="http://schemas.microsoft.com/office/drawing/2014/main" id="{9E3BA808-E2A9-02BF-E97E-9525E22BE473}"/>
              </a:ext>
            </a:extLst>
          </p:cNvPr>
          <p:cNvSpPr txBox="1">
            <a:spLocks/>
          </p:cNvSpPr>
          <p:nvPr/>
        </p:nvSpPr>
        <p:spPr>
          <a:xfrm>
            <a:off x="712838" y="4179335"/>
            <a:ext cx="6994189" cy="7823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zh-TW" sz="2400" dirty="0">
                <a:solidFill>
                  <a:srgbClr val="555555"/>
                </a:solidFill>
              </a:rPr>
              <a:t>Draw a line through every pair of points, compute its slope</a:t>
            </a:r>
          </a:p>
        </p:txBody>
      </p:sp>
      <p:sp>
        <p:nvSpPr>
          <p:cNvPr id="34" name="內容版面配置區 2">
            <a:extLst>
              <a:ext uri="{FF2B5EF4-FFF2-40B4-BE49-F238E27FC236}">
                <a16:creationId xmlns:a16="http://schemas.microsoft.com/office/drawing/2014/main" id="{56E47926-1440-4FA5-CED7-92C66F9870C1}"/>
              </a:ext>
            </a:extLst>
          </p:cNvPr>
          <p:cNvSpPr txBox="1">
            <a:spLocks/>
          </p:cNvSpPr>
          <p:nvPr/>
        </p:nvSpPr>
        <p:spPr>
          <a:xfrm>
            <a:off x="712837" y="5582430"/>
            <a:ext cx="7264100" cy="49212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sz="2400" dirty="0">
                <a:solidFill>
                  <a:srgbClr val="555555"/>
                </a:solidFill>
              </a:rPr>
              <a:t>Median = a few extreme months cannot pull it off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C267E348-E201-374C-287B-1234DE2CBD7D}"/>
              </a:ext>
            </a:extLst>
          </p:cNvPr>
          <p:cNvGrpSpPr/>
          <p:nvPr/>
        </p:nvGrpSpPr>
        <p:grpSpPr>
          <a:xfrm>
            <a:off x="8141367" y="3701193"/>
            <a:ext cx="3840480" cy="2558936"/>
            <a:chOff x="8001000" y="3814432"/>
            <a:chExt cx="3840480" cy="2558936"/>
          </a:xfrm>
        </p:grpSpPr>
        <p:sp>
          <p:nvSpPr>
            <p:cNvPr id="4" name="Rounded Rectangle 2">
              <a:extLst>
                <a:ext uri="{FF2B5EF4-FFF2-40B4-BE49-F238E27FC236}">
                  <a16:creationId xmlns:a16="http://schemas.microsoft.com/office/drawing/2014/main" id="{77EC5281-195F-042C-F7C2-53E24D0AD5A0}"/>
                </a:ext>
              </a:extLst>
            </p:cNvPr>
            <p:cNvSpPr/>
            <p:nvPr/>
          </p:nvSpPr>
          <p:spPr>
            <a:xfrm>
              <a:off x="8001000" y="3814432"/>
              <a:ext cx="3840480" cy="2558936"/>
            </a:xfrm>
            <a:prstGeom prst="roundRect">
              <a:avLst>
                <a:gd name="adj" fmla="val 10600"/>
              </a:avLst>
            </a:prstGeom>
            <a:solidFill>
              <a:srgbClr val="F2F0EB"/>
            </a:solidFill>
            <a:ln>
              <a:noFill/>
            </a:ln>
            <a:effectLst>
              <a:outerShdw blurRad="63500" dist="38100" dir="5400000" algn="t" rotWithShape="0">
                <a:prstClr val="black">
                  <a:alpha val="28000"/>
                </a:prst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cxnSp>
          <p:nvCxnSpPr>
            <p:cNvPr id="15" name="Connector 8">
              <a:extLst>
                <a:ext uri="{FF2B5EF4-FFF2-40B4-BE49-F238E27FC236}">
                  <a16:creationId xmlns:a16="http://schemas.microsoft.com/office/drawing/2014/main" id="{44256A85-F493-D07A-367F-91915D234755}"/>
                </a:ext>
              </a:extLst>
            </p:cNvPr>
            <p:cNvCxnSpPr/>
            <p:nvPr/>
          </p:nvCxnSpPr>
          <p:spPr>
            <a:xfrm>
              <a:off x="8549640" y="5074920"/>
              <a:ext cx="2743200" cy="0"/>
            </a:xfrm>
            <a:prstGeom prst="line">
              <a:avLst/>
            </a:prstGeom>
            <a:ln w="9525">
              <a:solidFill>
                <a:srgbClr val="C9C5B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9">
              <a:extLst>
                <a:ext uri="{FF2B5EF4-FFF2-40B4-BE49-F238E27FC236}">
                  <a16:creationId xmlns:a16="http://schemas.microsoft.com/office/drawing/2014/main" id="{BDF3816D-E6C9-4532-8EA5-E2660E7ED3C3}"/>
                </a:ext>
              </a:extLst>
            </p:cNvPr>
            <p:cNvSpPr txBox="1"/>
            <p:nvPr/>
          </p:nvSpPr>
          <p:spPr>
            <a:xfrm>
              <a:off x="11320272" y="4983480"/>
              <a:ext cx="41148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900" b="0" i="1">
                  <a:solidFill>
                    <a:srgbClr val="6B6B6B"/>
                  </a:solidFill>
                </a:rPr>
                <a:t>year</a:t>
              </a:r>
            </a:p>
          </p:txBody>
        </p:sp>
        <p:cxnSp>
          <p:nvCxnSpPr>
            <p:cNvPr id="17" name="Connector 10">
              <a:extLst>
                <a:ext uri="{FF2B5EF4-FFF2-40B4-BE49-F238E27FC236}">
                  <a16:creationId xmlns:a16="http://schemas.microsoft.com/office/drawing/2014/main" id="{73C50C01-E2E5-D78D-0343-2CB81A1A5D39}"/>
                </a:ext>
              </a:extLst>
            </p:cNvPr>
            <p:cNvCxnSpPr/>
            <p:nvPr/>
          </p:nvCxnSpPr>
          <p:spPr>
            <a:xfrm>
              <a:off x="8686800" y="4233672"/>
              <a:ext cx="617220" cy="384048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or 11">
              <a:extLst>
                <a:ext uri="{FF2B5EF4-FFF2-40B4-BE49-F238E27FC236}">
                  <a16:creationId xmlns:a16="http://schemas.microsoft.com/office/drawing/2014/main" id="{ADAF2191-DA58-9212-7E0E-3500F75E6081}"/>
                </a:ext>
              </a:extLst>
            </p:cNvPr>
            <p:cNvCxnSpPr/>
            <p:nvPr/>
          </p:nvCxnSpPr>
          <p:spPr>
            <a:xfrm>
              <a:off x="8686800" y="4233672"/>
              <a:ext cx="1234440" cy="128016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12">
              <a:extLst>
                <a:ext uri="{FF2B5EF4-FFF2-40B4-BE49-F238E27FC236}">
                  <a16:creationId xmlns:a16="http://schemas.microsoft.com/office/drawing/2014/main" id="{E83CABD9-E739-C1C6-7E80-452CCCCED36A}"/>
                </a:ext>
              </a:extLst>
            </p:cNvPr>
            <p:cNvCxnSpPr/>
            <p:nvPr/>
          </p:nvCxnSpPr>
          <p:spPr>
            <a:xfrm>
              <a:off x="8686800" y="4233672"/>
              <a:ext cx="1851660" cy="640080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or 13">
              <a:extLst>
                <a:ext uri="{FF2B5EF4-FFF2-40B4-BE49-F238E27FC236}">
                  <a16:creationId xmlns:a16="http://schemas.microsoft.com/office/drawing/2014/main" id="{12EFE14A-1578-6906-07CE-BA08E6A6A585}"/>
                </a:ext>
              </a:extLst>
            </p:cNvPr>
            <p:cNvCxnSpPr/>
            <p:nvPr/>
          </p:nvCxnSpPr>
          <p:spPr>
            <a:xfrm flipV="1">
              <a:off x="9304020" y="4361688"/>
              <a:ext cx="617220" cy="256032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 14">
              <a:extLst>
                <a:ext uri="{FF2B5EF4-FFF2-40B4-BE49-F238E27FC236}">
                  <a16:creationId xmlns:a16="http://schemas.microsoft.com/office/drawing/2014/main" id="{8A1B7B06-0B53-F54E-EB7D-A20F3E539E0A}"/>
                </a:ext>
              </a:extLst>
            </p:cNvPr>
            <p:cNvCxnSpPr/>
            <p:nvPr/>
          </p:nvCxnSpPr>
          <p:spPr>
            <a:xfrm>
              <a:off x="9304020" y="4617720"/>
              <a:ext cx="1234440" cy="256032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 15">
              <a:extLst>
                <a:ext uri="{FF2B5EF4-FFF2-40B4-BE49-F238E27FC236}">
                  <a16:creationId xmlns:a16="http://schemas.microsoft.com/office/drawing/2014/main" id="{0D3DC410-8DBC-2843-1566-D54CDDFA025D}"/>
                </a:ext>
              </a:extLst>
            </p:cNvPr>
            <p:cNvCxnSpPr/>
            <p:nvPr/>
          </p:nvCxnSpPr>
          <p:spPr>
            <a:xfrm>
              <a:off x="9304020" y="4617720"/>
              <a:ext cx="1851660" cy="128016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16">
              <a:extLst>
                <a:ext uri="{FF2B5EF4-FFF2-40B4-BE49-F238E27FC236}">
                  <a16:creationId xmlns:a16="http://schemas.microsoft.com/office/drawing/2014/main" id="{64D8A700-608C-4094-6D13-CB6872D7F1D7}"/>
                </a:ext>
              </a:extLst>
            </p:cNvPr>
            <p:cNvCxnSpPr/>
            <p:nvPr/>
          </p:nvCxnSpPr>
          <p:spPr>
            <a:xfrm>
              <a:off x="9921240" y="4361688"/>
              <a:ext cx="617220" cy="512064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or 17">
              <a:extLst>
                <a:ext uri="{FF2B5EF4-FFF2-40B4-BE49-F238E27FC236}">
                  <a16:creationId xmlns:a16="http://schemas.microsoft.com/office/drawing/2014/main" id="{79DD3776-00C7-FED9-67D9-69E49DEE71A6}"/>
                </a:ext>
              </a:extLst>
            </p:cNvPr>
            <p:cNvCxnSpPr/>
            <p:nvPr/>
          </p:nvCxnSpPr>
          <p:spPr>
            <a:xfrm>
              <a:off x="9921240" y="4361688"/>
              <a:ext cx="1234440" cy="384048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or 18">
              <a:extLst>
                <a:ext uri="{FF2B5EF4-FFF2-40B4-BE49-F238E27FC236}">
                  <a16:creationId xmlns:a16="http://schemas.microsoft.com/office/drawing/2014/main" id="{B8F0607B-2623-B15B-EF4F-20A58A6D28C1}"/>
                </a:ext>
              </a:extLst>
            </p:cNvPr>
            <p:cNvCxnSpPr/>
            <p:nvPr/>
          </p:nvCxnSpPr>
          <p:spPr>
            <a:xfrm flipV="1">
              <a:off x="10538460" y="4745736"/>
              <a:ext cx="617220" cy="128016"/>
            </a:xfrm>
            <a:prstGeom prst="line">
              <a:avLst/>
            </a:prstGeom>
            <a:ln w="12700">
              <a:solidFill>
                <a:srgbClr val="ABA79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 19">
              <a:extLst>
                <a:ext uri="{FF2B5EF4-FFF2-40B4-BE49-F238E27FC236}">
                  <a16:creationId xmlns:a16="http://schemas.microsoft.com/office/drawing/2014/main" id="{6BCE1575-AE7F-23A4-3DC8-76AC5F33E92C}"/>
                </a:ext>
              </a:extLst>
            </p:cNvPr>
            <p:cNvCxnSpPr/>
            <p:nvPr/>
          </p:nvCxnSpPr>
          <p:spPr>
            <a:xfrm>
              <a:off x="8686800" y="4233672"/>
              <a:ext cx="2468880" cy="512064"/>
            </a:xfrm>
            <a:prstGeom prst="line">
              <a:avLst/>
            </a:prstGeom>
            <a:ln w="28575">
              <a:solidFill>
                <a:srgbClr val="8A3F0D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Oval 20">
              <a:extLst>
                <a:ext uri="{FF2B5EF4-FFF2-40B4-BE49-F238E27FC236}">
                  <a16:creationId xmlns:a16="http://schemas.microsoft.com/office/drawing/2014/main" id="{BA4F26E8-217C-E02B-E9AA-B3342E2EDBB9}"/>
                </a:ext>
              </a:extLst>
            </p:cNvPr>
            <p:cNvSpPr/>
            <p:nvPr/>
          </p:nvSpPr>
          <p:spPr>
            <a:xfrm>
              <a:off x="8622792" y="4169663"/>
              <a:ext cx="128016" cy="128016"/>
            </a:xfrm>
            <a:prstGeom prst="ellipse">
              <a:avLst/>
            </a:prstGeom>
            <a:solidFill>
              <a:srgbClr val="58787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Oval 21">
              <a:extLst>
                <a:ext uri="{FF2B5EF4-FFF2-40B4-BE49-F238E27FC236}">
                  <a16:creationId xmlns:a16="http://schemas.microsoft.com/office/drawing/2014/main" id="{38CA3A26-D8D5-2981-846D-9C7EAD84B3EB}"/>
                </a:ext>
              </a:extLst>
            </p:cNvPr>
            <p:cNvSpPr/>
            <p:nvPr/>
          </p:nvSpPr>
          <p:spPr>
            <a:xfrm>
              <a:off x="9240012" y="4553712"/>
              <a:ext cx="128016" cy="128016"/>
            </a:xfrm>
            <a:prstGeom prst="ellipse">
              <a:avLst/>
            </a:prstGeom>
            <a:solidFill>
              <a:srgbClr val="58787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Oval 22">
              <a:extLst>
                <a:ext uri="{FF2B5EF4-FFF2-40B4-BE49-F238E27FC236}">
                  <a16:creationId xmlns:a16="http://schemas.microsoft.com/office/drawing/2014/main" id="{38E65B19-AFBD-17D3-289B-C192200508DD}"/>
                </a:ext>
              </a:extLst>
            </p:cNvPr>
            <p:cNvSpPr/>
            <p:nvPr/>
          </p:nvSpPr>
          <p:spPr>
            <a:xfrm>
              <a:off x="9857232" y="4297680"/>
              <a:ext cx="128016" cy="128016"/>
            </a:xfrm>
            <a:prstGeom prst="ellipse">
              <a:avLst/>
            </a:prstGeom>
            <a:solidFill>
              <a:srgbClr val="58787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Oval 23">
              <a:extLst>
                <a:ext uri="{FF2B5EF4-FFF2-40B4-BE49-F238E27FC236}">
                  <a16:creationId xmlns:a16="http://schemas.microsoft.com/office/drawing/2014/main" id="{9ACE4D65-C840-F962-64A9-AC56AC5FB736}"/>
                </a:ext>
              </a:extLst>
            </p:cNvPr>
            <p:cNvSpPr/>
            <p:nvPr/>
          </p:nvSpPr>
          <p:spPr>
            <a:xfrm>
              <a:off x="10474452" y="4809744"/>
              <a:ext cx="128016" cy="128016"/>
            </a:xfrm>
            <a:prstGeom prst="ellipse">
              <a:avLst/>
            </a:prstGeom>
            <a:solidFill>
              <a:srgbClr val="58787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Oval 24">
              <a:extLst>
                <a:ext uri="{FF2B5EF4-FFF2-40B4-BE49-F238E27FC236}">
                  <a16:creationId xmlns:a16="http://schemas.microsoft.com/office/drawing/2014/main" id="{C882716D-F53B-8D7F-42D5-0B19055F52B0}"/>
                </a:ext>
              </a:extLst>
            </p:cNvPr>
            <p:cNvSpPr/>
            <p:nvPr/>
          </p:nvSpPr>
          <p:spPr>
            <a:xfrm>
              <a:off x="11091672" y="4681728"/>
              <a:ext cx="128016" cy="128016"/>
            </a:xfrm>
            <a:prstGeom prst="ellipse">
              <a:avLst/>
            </a:prstGeom>
            <a:solidFill>
              <a:srgbClr val="587876"/>
            </a:solidFill>
            <a:ln w="127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3" name="TextBox 25">
              <a:extLst>
                <a:ext uri="{FF2B5EF4-FFF2-40B4-BE49-F238E27FC236}">
                  <a16:creationId xmlns:a16="http://schemas.microsoft.com/office/drawing/2014/main" id="{8A5FE1F1-396C-2B84-9A29-FFB8BCCAD432}"/>
                </a:ext>
              </a:extLst>
            </p:cNvPr>
            <p:cNvSpPr txBox="1"/>
            <p:nvPr/>
          </p:nvSpPr>
          <p:spPr>
            <a:xfrm>
              <a:off x="8823960" y="4087368"/>
              <a:ext cx="91440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1000" b="1" i="0" dirty="0">
                  <a:solidFill>
                    <a:srgbClr val="8A3F0D"/>
                  </a:solidFill>
                </a:rPr>
                <a:t>median slope</a:t>
              </a:r>
            </a:p>
          </p:txBody>
        </p:sp>
        <p:sp>
          <p:nvSpPr>
            <p:cNvPr id="44" name="TextBox 26">
              <a:extLst>
                <a:ext uri="{FF2B5EF4-FFF2-40B4-BE49-F238E27FC236}">
                  <a16:creationId xmlns:a16="http://schemas.microsoft.com/office/drawing/2014/main" id="{8E95A493-3B6F-E16B-A0CB-16ED3E827E8E}"/>
                </a:ext>
              </a:extLst>
            </p:cNvPr>
            <p:cNvSpPr txBox="1"/>
            <p:nvPr/>
          </p:nvSpPr>
          <p:spPr>
            <a:xfrm>
              <a:off x="8183879" y="5074920"/>
              <a:ext cx="3474720" cy="1828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000" b="0" i="0">
                  <a:solidFill>
                    <a:srgbClr val="6B6B6B"/>
                  </a:solidFill>
                </a:rPr>
                <a:t>5 points → 10 lines → 10 slopes</a:t>
              </a:r>
            </a:p>
          </p:txBody>
        </p:sp>
        <p:sp>
          <p:nvSpPr>
            <p:cNvPr id="45" name="Down Arrow 27">
              <a:extLst>
                <a:ext uri="{FF2B5EF4-FFF2-40B4-BE49-F238E27FC236}">
                  <a16:creationId xmlns:a16="http://schemas.microsoft.com/office/drawing/2014/main" id="{B1AB2A7A-1057-8D27-9DA2-54714252E2A7}"/>
                </a:ext>
              </a:extLst>
            </p:cNvPr>
            <p:cNvSpPr/>
            <p:nvPr/>
          </p:nvSpPr>
          <p:spPr>
            <a:xfrm>
              <a:off x="9829800" y="5312664"/>
              <a:ext cx="182880" cy="219456"/>
            </a:xfrm>
            <a:prstGeom prst="downArrow">
              <a:avLst/>
            </a:prstGeom>
            <a:solidFill>
              <a:srgbClr val="58787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28">
              <a:extLst>
                <a:ext uri="{FF2B5EF4-FFF2-40B4-BE49-F238E27FC236}">
                  <a16:creationId xmlns:a16="http://schemas.microsoft.com/office/drawing/2014/main" id="{1FA6DC6F-B0E4-519B-2232-A6EF41423C35}"/>
                </a:ext>
              </a:extLst>
            </p:cNvPr>
            <p:cNvSpPr txBox="1"/>
            <p:nvPr/>
          </p:nvSpPr>
          <p:spPr>
            <a:xfrm>
              <a:off x="8549640" y="5532120"/>
              <a:ext cx="73152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900" b="0" i="0">
                  <a:solidFill>
                    <a:srgbClr val="6B6B6B"/>
                  </a:solidFill>
                </a:rPr>
                <a:t>sorted →</a:t>
              </a:r>
            </a:p>
          </p:txBody>
        </p:sp>
        <p:cxnSp>
          <p:nvCxnSpPr>
            <p:cNvPr id="47" name="Connector 29">
              <a:extLst>
                <a:ext uri="{FF2B5EF4-FFF2-40B4-BE49-F238E27FC236}">
                  <a16:creationId xmlns:a16="http://schemas.microsoft.com/office/drawing/2014/main" id="{04DA2C12-8ADB-8001-CF7A-53B4C5F5671B}"/>
                </a:ext>
              </a:extLst>
            </p:cNvPr>
            <p:cNvCxnSpPr/>
            <p:nvPr/>
          </p:nvCxnSpPr>
          <p:spPr>
            <a:xfrm>
              <a:off x="8595360" y="5806440"/>
              <a:ext cx="2651760" cy="0"/>
            </a:xfrm>
            <a:prstGeom prst="line">
              <a:avLst/>
            </a:prstGeom>
            <a:ln w="12700">
              <a:solidFill>
                <a:srgbClr val="C9C5BC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Oval 30">
              <a:extLst>
                <a:ext uri="{FF2B5EF4-FFF2-40B4-BE49-F238E27FC236}">
                  <a16:creationId xmlns:a16="http://schemas.microsoft.com/office/drawing/2014/main" id="{BCBC5548-CD00-0E0D-68E5-7E2F2AB2B9EC}"/>
                </a:ext>
              </a:extLst>
            </p:cNvPr>
            <p:cNvSpPr/>
            <p:nvPr/>
          </p:nvSpPr>
          <p:spPr>
            <a:xfrm>
              <a:off x="855421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Oval 31">
              <a:extLst>
                <a:ext uri="{FF2B5EF4-FFF2-40B4-BE49-F238E27FC236}">
                  <a16:creationId xmlns:a16="http://schemas.microsoft.com/office/drawing/2014/main" id="{E35AB83D-A6D6-A86E-EF99-C3F3909345B9}"/>
                </a:ext>
              </a:extLst>
            </p:cNvPr>
            <p:cNvSpPr/>
            <p:nvPr/>
          </p:nvSpPr>
          <p:spPr>
            <a:xfrm>
              <a:off x="899617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Oval 32">
              <a:extLst>
                <a:ext uri="{FF2B5EF4-FFF2-40B4-BE49-F238E27FC236}">
                  <a16:creationId xmlns:a16="http://schemas.microsoft.com/office/drawing/2014/main" id="{36DA9883-1814-5F41-E1AB-56886F10DD24}"/>
                </a:ext>
              </a:extLst>
            </p:cNvPr>
            <p:cNvSpPr/>
            <p:nvPr/>
          </p:nvSpPr>
          <p:spPr>
            <a:xfrm>
              <a:off x="9570720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Oval 33">
              <a:extLst>
                <a:ext uri="{FF2B5EF4-FFF2-40B4-BE49-F238E27FC236}">
                  <a16:creationId xmlns:a16="http://schemas.microsoft.com/office/drawing/2014/main" id="{8364226C-E63F-0DE6-CEB8-E8BB7A5390CF}"/>
                </a:ext>
              </a:extLst>
            </p:cNvPr>
            <p:cNvSpPr/>
            <p:nvPr/>
          </p:nvSpPr>
          <p:spPr>
            <a:xfrm>
              <a:off x="965911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Oval 34">
              <a:extLst>
                <a:ext uri="{FF2B5EF4-FFF2-40B4-BE49-F238E27FC236}">
                  <a16:creationId xmlns:a16="http://schemas.microsoft.com/office/drawing/2014/main" id="{331CF438-1C51-7229-B342-CD7D7E0DB37B}"/>
                </a:ext>
              </a:extLst>
            </p:cNvPr>
            <p:cNvSpPr/>
            <p:nvPr/>
          </p:nvSpPr>
          <p:spPr>
            <a:xfrm>
              <a:off x="1010107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Oval 35">
              <a:extLst>
                <a:ext uri="{FF2B5EF4-FFF2-40B4-BE49-F238E27FC236}">
                  <a16:creationId xmlns:a16="http://schemas.microsoft.com/office/drawing/2014/main" id="{4CBA8019-EDF4-4DEE-B0BA-813F8C8A493E}"/>
                </a:ext>
              </a:extLst>
            </p:cNvPr>
            <p:cNvSpPr/>
            <p:nvPr/>
          </p:nvSpPr>
          <p:spPr>
            <a:xfrm>
              <a:off x="10189464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Oval 36">
              <a:extLst>
                <a:ext uri="{FF2B5EF4-FFF2-40B4-BE49-F238E27FC236}">
                  <a16:creationId xmlns:a16="http://schemas.microsoft.com/office/drawing/2014/main" id="{F4D3E81D-26C7-43B1-91B2-F41D44A386F1}"/>
                </a:ext>
              </a:extLst>
            </p:cNvPr>
            <p:cNvSpPr/>
            <p:nvPr/>
          </p:nvSpPr>
          <p:spPr>
            <a:xfrm>
              <a:off x="1076401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5" name="Oval 37">
              <a:extLst>
                <a:ext uri="{FF2B5EF4-FFF2-40B4-BE49-F238E27FC236}">
                  <a16:creationId xmlns:a16="http://schemas.microsoft.com/office/drawing/2014/main" id="{FCCE1FF1-74FC-F29F-9518-1927CDCBAAC6}"/>
                </a:ext>
              </a:extLst>
            </p:cNvPr>
            <p:cNvSpPr/>
            <p:nvPr/>
          </p:nvSpPr>
          <p:spPr>
            <a:xfrm>
              <a:off x="11205972" y="5765292"/>
              <a:ext cx="82296" cy="82296"/>
            </a:xfrm>
            <a:prstGeom prst="ellipse">
              <a:avLst/>
            </a:prstGeom>
            <a:solidFill>
              <a:srgbClr val="6B6B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6" name="Oval 38">
              <a:extLst>
                <a:ext uri="{FF2B5EF4-FFF2-40B4-BE49-F238E27FC236}">
                  <a16:creationId xmlns:a16="http://schemas.microsoft.com/office/drawing/2014/main" id="{2FE37EE0-C572-D79F-8F44-7258A0D1B43F}"/>
                </a:ext>
              </a:extLst>
            </p:cNvPr>
            <p:cNvSpPr/>
            <p:nvPr/>
          </p:nvSpPr>
          <p:spPr>
            <a:xfrm>
              <a:off x="9852660" y="5737859"/>
              <a:ext cx="137160" cy="137160"/>
            </a:xfrm>
            <a:prstGeom prst="ellipse">
              <a:avLst/>
            </a:prstGeom>
            <a:solidFill>
              <a:srgbClr val="8A3F0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TextBox 39">
              <a:extLst>
                <a:ext uri="{FF2B5EF4-FFF2-40B4-BE49-F238E27FC236}">
                  <a16:creationId xmlns:a16="http://schemas.microsoft.com/office/drawing/2014/main" id="{0763AD33-14E4-7238-BF74-0767FEB2B438}"/>
                </a:ext>
              </a:extLst>
            </p:cNvPr>
            <p:cNvSpPr txBox="1"/>
            <p:nvPr/>
          </p:nvSpPr>
          <p:spPr>
            <a:xfrm>
              <a:off x="9464040" y="5532120"/>
              <a:ext cx="91440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000" b="1" i="0">
                  <a:solidFill>
                    <a:srgbClr val="8A3F0D"/>
                  </a:solidFill>
                </a:rPr>
                <a:t>median</a:t>
              </a:r>
            </a:p>
          </p:txBody>
        </p:sp>
        <p:sp>
          <p:nvSpPr>
            <p:cNvPr id="58" name="TextBox 40">
              <a:extLst>
                <a:ext uri="{FF2B5EF4-FFF2-40B4-BE49-F238E27FC236}">
                  <a16:creationId xmlns:a16="http://schemas.microsoft.com/office/drawing/2014/main" id="{491FA8FC-382E-8279-E6A0-CAEB7CDE1662}"/>
                </a:ext>
              </a:extLst>
            </p:cNvPr>
            <p:cNvSpPr txBox="1"/>
            <p:nvPr/>
          </p:nvSpPr>
          <p:spPr>
            <a:xfrm>
              <a:off x="8366760" y="5879592"/>
              <a:ext cx="45720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0" i="0">
                  <a:solidFill>
                    <a:srgbClr val="6B6B6B"/>
                  </a:solidFill>
                </a:rPr>
                <a:t>−4.0</a:t>
              </a:r>
            </a:p>
          </p:txBody>
        </p:sp>
        <p:sp>
          <p:nvSpPr>
            <p:cNvPr id="59" name="TextBox 41">
              <a:extLst>
                <a:ext uri="{FF2B5EF4-FFF2-40B4-BE49-F238E27FC236}">
                  <a16:creationId xmlns:a16="http://schemas.microsoft.com/office/drawing/2014/main" id="{7BB01D99-5011-984A-A53F-6AE6A8E47648}"/>
                </a:ext>
              </a:extLst>
            </p:cNvPr>
            <p:cNvSpPr txBox="1"/>
            <p:nvPr/>
          </p:nvSpPr>
          <p:spPr>
            <a:xfrm>
              <a:off x="11018520" y="5879592"/>
              <a:ext cx="45720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0" i="0">
                  <a:solidFill>
                    <a:srgbClr val="6B6B6B"/>
                  </a:solidFill>
                </a:rPr>
                <a:t>+2.0</a:t>
              </a:r>
            </a:p>
          </p:txBody>
        </p:sp>
        <p:sp>
          <p:nvSpPr>
            <p:cNvPr id="60" name="TextBox 42">
              <a:extLst>
                <a:ext uri="{FF2B5EF4-FFF2-40B4-BE49-F238E27FC236}">
                  <a16:creationId xmlns:a16="http://schemas.microsoft.com/office/drawing/2014/main" id="{2F1D4ACE-5FD8-23A3-10B0-151CD2BD189E}"/>
                </a:ext>
              </a:extLst>
            </p:cNvPr>
            <p:cNvSpPr txBox="1"/>
            <p:nvPr/>
          </p:nvSpPr>
          <p:spPr>
            <a:xfrm>
              <a:off x="9601200" y="5879592"/>
              <a:ext cx="640080" cy="16459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900" b="1" i="0">
                  <a:solidFill>
                    <a:srgbClr val="8A3F0D"/>
                  </a:solidFill>
                </a:rPr>
                <a:t>−1.0</a:t>
              </a:r>
            </a:p>
          </p:txBody>
        </p:sp>
        <p:sp>
          <p:nvSpPr>
            <p:cNvPr id="61" name="TextBox 43">
              <a:extLst>
                <a:ext uri="{FF2B5EF4-FFF2-40B4-BE49-F238E27FC236}">
                  <a16:creationId xmlns:a16="http://schemas.microsoft.com/office/drawing/2014/main" id="{3476853A-78A5-228B-D276-C890E95E0442}"/>
                </a:ext>
              </a:extLst>
            </p:cNvPr>
            <p:cNvSpPr txBox="1"/>
            <p:nvPr/>
          </p:nvSpPr>
          <p:spPr>
            <a:xfrm>
              <a:off x="8183879" y="6080760"/>
              <a:ext cx="3474720" cy="2377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en-US" sz="1400" b="1" i="0" dirty="0">
                  <a:solidFill>
                    <a:srgbClr val="8A3F0D"/>
                  </a:solidFill>
                </a:rPr>
                <a:t>Sen's slope</a:t>
              </a:r>
              <a:r>
                <a:rPr lang="en-US" sz="1400" b="0" i="0" dirty="0">
                  <a:solidFill>
                    <a:srgbClr val="3B3B3B"/>
                  </a:solidFill>
                </a:rPr>
                <a:t> = median of all slopes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32750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M5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Meteorological Normalization—How we remove the weather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676656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One station-day: keep the date, swap the weather</a:t>
            </a:r>
          </a:p>
        </p:txBody>
      </p:sp>
      <p:sp>
        <p:nvSpPr>
          <p:cNvPr id="1004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7132320" y="740664"/>
            <a:ext cx="475488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The four steps</a:t>
            </a:r>
          </a:p>
        </p:txBody>
      </p:sp>
      <p:sp>
        <p:nvSpPr>
          <p:cNvPr id="1005" name="TextBox 1004"/>
          <p:cNvSpPr txBox="1"/>
          <p:nvPr/>
        </p:nvSpPr>
        <p:spPr>
          <a:xfrm>
            <a:off x="338328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🔒 Date</a:t>
            </a:r>
          </a:p>
        </p:txBody>
      </p:sp>
      <p:sp>
        <p:nvSpPr>
          <p:cNvPr id="1006" name="TextBox 1005"/>
          <p:cNvSpPr txBox="1"/>
          <p:nvPr/>
        </p:nvSpPr>
        <p:spPr>
          <a:xfrm>
            <a:off x="1179576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🔒 Day of year</a:t>
            </a:r>
          </a:p>
        </p:txBody>
      </p:sp>
      <p:sp>
        <p:nvSpPr>
          <p:cNvPr id="1007" name="TextBox 1006"/>
          <p:cNvSpPr txBox="1"/>
          <p:nvPr/>
        </p:nvSpPr>
        <p:spPr>
          <a:xfrm>
            <a:off x="2020824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🔒 Site</a:t>
            </a:r>
          </a:p>
        </p:txBody>
      </p:sp>
      <p:sp>
        <p:nvSpPr>
          <p:cNvPr id="1008" name="TextBox 1007"/>
          <p:cNvSpPr txBox="1"/>
          <p:nvPr/>
        </p:nvSpPr>
        <p:spPr>
          <a:xfrm>
            <a:off x="2862072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T max</a:t>
            </a:r>
          </a:p>
        </p:txBody>
      </p:sp>
      <p:sp>
        <p:nvSpPr>
          <p:cNvPr id="1009" name="TextBox 1008"/>
          <p:cNvSpPr txBox="1"/>
          <p:nvPr/>
        </p:nvSpPr>
        <p:spPr>
          <a:xfrm>
            <a:off x="3703320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RH</a:t>
            </a:r>
          </a:p>
        </p:txBody>
      </p:sp>
      <p:sp>
        <p:nvSpPr>
          <p:cNvPr id="1010" name="TextBox 1009"/>
          <p:cNvSpPr txBox="1"/>
          <p:nvPr/>
        </p:nvSpPr>
        <p:spPr>
          <a:xfrm>
            <a:off x="4544568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Wind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5385816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Rain</a:t>
            </a:r>
          </a:p>
        </p:txBody>
      </p:sp>
      <p:sp>
        <p:nvSpPr>
          <p:cNvPr id="1012" name="TextBox 1011"/>
          <p:cNvSpPr txBox="1"/>
          <p:nvPr/>
        </p:nvSpPr>
        <p:spPr>
          <a:xfrm>
            <a:off x="6227064" y="1261872"/>
            <a:ext cx="786384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900" b="0" i="0">
                <a:solidFill>
                  <a:srgbClr val="555555"/>
                </a:solidFill>
                <a:latin typeface="Arial"/>
              </a:rPr>
              <a:t>Wind dir</a:t>
            </a:r>
          </a:p>
        </p:txBody>
      </p:sp>
      <p:sp>
        <p:nvSpPr>
          <p:cNvPr id="1013" name="TextBox 1012"/>
          <p:cNvSpPr txBox="1"/>
          <p:nvPr/>
        </p:nvSpPr>
        <p:spPr>
          <a:xfrm>
            <a:off x="338328" y="1490472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0">
                <a:solidFill>
                  <a:srgbClr val="3B3B3B"/>
                </a:solidFill>
                <a:latin typeface="Arial"/>
              </a:rPr>
              <a:t>Original station-day</a:t>
            </a:r>
          </a:p>
        </p:txBody>
      </p:sp>
      <p:sp>
        <p:nvSpPr>
          <p:cNvPr id="1014" name="Rounded Rectangle 1013"/>
          <p:cNvSpPr/>
          <p:nvPr/>
        </p:nvSpPr>
        <p:spPr>
          <a:xfrm>
            <a:off x="338328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2020-10-15</a:t>
            </a:r>
          </a:p>
        </p:txBody>
      </p:sp>
      <p:sp>
        <p:nvSpPr>
          <p:cNvPr id="1015" name="Rounded Rectangle 1014"/>
          <p:cNvSpPr/>
          <p:nvPr/>
        </p:nvSpPr>
        <p:spPr>
          <a:xfrm>
            <a:off x="1179576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289</a:t>
            </a:r>
          </a:p>
        </p:txBody>
      </p:sp>
      <p:sp>
        <p:nvSpPr>
          <p:cNvPr id="1016" name="Rounded Rectangle 1015"/>
          <p:cNvSpPr/>
          <p:nvPr/>
        </p:nvSpPr>
        <p:spPr>
          <a:xfrm>
            <a:off x="2020824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Linyuan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2862072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31 °C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3703320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62 %</a:t>
            </a:r>
          </a:p>
        </p:txBody>
      </p:sp>
      <p:sp>
        <p:nvSpPr>
          <p:cNvPr id="1019" name="Rounded Rectangle 1018"/>
          <p:cNvSpPr/>
          <p:nvPr/>
        </p:nvSpPr>
        <p:spPr>
          <a:xfrm>
            <a:off x="4544568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1.4 m/s</a:t>
            </a:r>
          </a:p>
        </p:txBody>
      </p:sp>
      <p:sp>
        <p:nvSpPr>
          <p:cNvPr id="1020" name="Rounded Rectangle 1019"/>
          <p:cNvSpPr/>
          <p:nvPr/>
        </p:nvSpPr>
        <p:spPr>
          <a:xfrm>
            <a:off x="5385816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0 mm</a:t>
            </a:r>
          </a:p>
        </p:txBody>
      </p:sp>
      <p:sp>
        <p:nvSpPr>
          <p:cNvPr id="1021" name="Rounded Rectangle 1020"/>
          <p:cNvSpPr/>
          <p:nvPr/>
        </p:nvSpPr>
        <p:spPr>
          <a:xfrm>
            <a:off x="6227064" y="173736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240°</a:t>
            </a:r>
          </a:p>
        </p:txBody>
      </p:sp>
      <p:cxnSp>
        <p:nvCxnSpPr>
          <p:cNvPr id="1022" name="Connector 1021"/>
          <p:cNvCxnSpPr/>
          <p:nvPr/>
        </p:nvCxnSpPr>
        <p:spPr>
          <a:xfrm>
            <a:off x="4937760" y="2348484"/>
            <a:ext cx="0" cy="411480"/>
          </a:xfrm>
          <a:prstGeom prst="line">
            <a:avLst/>
          </a:prstGeom>
          <a:ln w="19050">
            <a:solidFill>
              <a:srgbClr val="C86B3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3" name="TextBox 1022"/>
          <p:cNvSpPr txBox="1"/>
          <p:nvPr/>
        </p:nvSpPr>
        <p:spPr>
          <a:xfrm>
            <a:off x="338328" y="2286000"/>
            <a:ext cx="2432303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date · season · site never change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5074920" y="2363724"/>
            <a:ext cx="1984248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1" i="0" dirty="0">
                <a:solidFill>
                  <a:srgbClr val="8A3F0D"/>
                </a:solidFill>
                <a:latin typeface="Arial"/>
              </a:rPr>
              <a:t>weather block swapped with</a:t>
            </a:r>
          </a:p>
          <a:p>
            <a:pPr algn="l"/>
            <a:r>
              <a:rPr lang="en-US" sz="1000" b="1" i="0" dirty="0">
                <a:solidFill>
                  <a:srgbClr val="8A3F0D"/>
                </a:solidFill>
                <a:latin typeface="Arial"/>
              </a:rPr>
              <a:t>another day, same station</a:t>
            </a:r>
          </a:p>
        </p:txBody>
      </p:sp>
      <p:sp>
        <p:nvSpPr>
          <p:cNvPr id="1025" name="TextBox 1024"/>
          <p:cNvSpPr txBox="1"/>
          <p:nvPr/>
        </p:nvSpPr>
        <p:spPr>
          <a:xfrm>
            <a:off x="338328" y="2679192"/>
            <a:ext cx="66751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00" b="1" i="0">
                <a:solidFill>
                  <a:srgbClr val="3B3B3B"/>
                </a:solidFill>
                <a:latin typeface="Arial"/>
              </a:rPr>
              <a:t>Same day, donor weather</a:t>
            </a:r>
          </a:p>
        </p:txBody>
      </p:sp>
      <p:sp>
        <p:nvSpPr>
          <p:cNvPr id="1026" name="Rounded Rectangle 1025"/>
          <p:cNvSpPr/>
          <p:nvPr/>
        </p:nvSpPr>
        <p:spPr>
          <a:xfrm>
            <a:off x="338328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2020-10-15</a:t>
            </a:r>
          </a:p>
        </p:txBody>
      </p:sp>
      <p:sp>
        <p:nvSpPr>
          <p:cNvPr id="1027" name="Rounded Rectangle 1026"/>
          <p:cNvSpPr/>
          <p:nvPr/>
        </p:nvSpPr>
        <p:spPr>
          <a:xfrm>
            <a:off x="1179576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289</a:t>
            </a:r>
          </a:p>
        </p:txBody>
      </p:sp>
      <p:sp>
        <p:nvSpPr>
          <p:cNvPr id="1028" name="Rounded Rectangle 1027"/>
          <p:cNvSpPr/>
          <p:nvPr/>
        </p:nvSpPr>
        <p:spPr>
          <a:xfrm>
            <a:off x="2020824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E9EFEE"/>
          </a:solidFill>
          <a:ln w="12700">
            <a:solidFill>
              <a:srgbClr val="5878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33504E"/>
                </a:solidFill>
                <a:latin typeface="Arial"/>
              </a:rPr>
              <a:t>Linyuan</a:t>
            </a:r>
          </a:p>
        </p:txBody>
      </p:sp>
      <p:sp>
        <p:nvSpPr>
          <p:cNvPr id="1029" name="Rounded Rectangle 1028"/>
          <p:cNvSpPr/>
          <p:nvPr/>
        </p:nvSpPr>
        <p:spPr>
          <a:xfrm>
            <a:off x="2862072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27 °C</a:t>
            </a:r>
          </a:p>
        </p:txBody>
      </p:sp>
      <p:sp>
        <p:nvSpPr>
          <p:cNvPr id="1030" name="Rounded Rectangle 1029"/>
          <p:cNvSpPr/>
          <p:nvPr/>
        </p:nvSpPr>
        <p:spPr>
          <a:xfrm>
            <a:off x="3703320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81 %</a:t>
            </a:r>
          </a:p>
        </p:txBody>
      </p:sp>
      <p:sp>
        <p:nvSpPr>
          <p:cNvPr id="1031" name="Rounded Rectangle 1030"/>
          <p:cNvSpPr/>
          <p:nvPr/>
        </p:nvSpPr>
        <p:spPr>
          <a:xfrm>
            <a:off x="4544568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2.6 m/s</a:t>
            </a:r>
          </a:p>
        </p:txBody>
      </p:sp>
      <p:sp>
        <p:nvSpPr>
          <p:cNvPr id="1032" name="Rounded Rectangle 1031"/>
          <p:cNvSpPr/>
          <p:nvPr/>
        </p:nvSpPr>
        <p:spPr>
          <a:xfrm>
            <a:off x="5385816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12 mm</a:t>
            </a:r>
          </a:p>
        </p:txBody>
      </p:sp>
      <p:sp>
        <p:nvSpPr>
          <p:cNvPr id="1033" name="Rounded Rectangle 1032"/>
          <p:cNvSpPr/>
          <p:nvPr/>
        </p:nvSpPr>
        <p:spPr>
          <a:xfrm>
            <a:off x="6227064" y="2926080"/>
            <a:ext cx="786384" cy="420624"/>
          </a:xfrm>
          <a:prstGeom prst="roundRect">
            <a:avLst>
              <a:gd name="adj" fmla="val 15000"/>
            </a:avLst>
          </a:prstGeom>
          <a:solidFill>
            <a:srgbClr val="FBEDE3"/>
          </a:solidFill>
          <a:ln w="12700">
            <a:solidFill>
              <a:srgbClr val="C86B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000" b="1" i="0">
                <a:solidFill>
                  <a:srgbClr val="8A3F0D"/>
                </a:solidFill>
                <a:latin typeface="Arial"/>
              </a:rPr>
              <a:t>150°</a:t>
            </a:r>
          </a:p>
        </p:txBody>
      </p:sp>
      <p:cxnSp>
        <p:nvCxnSpPr>
          <p:cNvPr id="1034" name="Connector 1033"/>
          <p:cNvCxnSpPr/>
          <p:nvPr/>
        </p:nvCxnSpPr>
        <p:spPr>
          <a:xfrm>
            <a:off x="3675887" y="3383280"/>
            <a:ext cx="0" cy="201168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Rounded Rectangle 1034"/>
          <p:cNvSpPr/>
          <p:nvPr/>
        </p:nvSpPr>
        <p:spPr>
          <a:xfrm>
            <a:off x="1527048" y="3611880"/>
            <a:ext cx="4297679" cy="402336"/>
          </a:xfrm>
          <a:prstGeom prst="roundRect">
            <a:avLst>
              <a:gd name="adj" fmla="val 30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200" b="1" i="0">
                <a:solidFill>
                  <a:srgbClr val="3B3B3B"/>
                </a:solidFill>
                <a:latin typeface="Arial"/>
              </a:rPr>
              <a:t>Random forest predicts O₃ for this synthetic day</a:t>
            </a:r>
          </a:p>
        </p:txBody>
      </p:sp>
      <p:cxnSp>
        <p:nvCxnSpPr>
          <p:cNvPr id="1036" name="Connector 1035"/>
          <p:cNvCxnSpPr/>
          <p:nvPr/>
        </p:nvCxnSpPr>
        <p:spPr>
          <a:xfrm>
            <a:off x="3675887" y="4041648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7" name="Rounded Rectangle 1036"/>
          <p:cNvSpPr/>
          <p:nvPr/>
        </p:nvSpPr>
        <p:spPr>
          <a:xfrm>
            <a:off x="1527048" y="4389120"/>
            <a:ext cx="4297679" cy="402336"/>
          </a:xfrm>
          <a:prstGeom prst="roundRect">
            <a:avLst>
              <a:gd name="adj" fmla="val 30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200" b="1" i="0">
                <a:solidFill>
                  <a:srgbClr val="3B3B3B"/>
                </a:solidFill>
                <a:latin typeface="Arial"/>
              </a:rPr>
              <a:t>Repeat × 300 with different donor days → average</a:t>
            </a:r>
          </a:p>
        </p:txBody>
      </p:sp>
      <p:cxnSp>
        <p:nvCxnSpPr>
          <p:cNvPr id="1038" name="Connector 1037"/>
          <p:cNvCxnSpPr/>
          <p:nvPr/>
        </p:nvCxnSpPr>
        <p:spPr>
          <a:xfrm>
            <a:off x="3675887" y="4818888"/>
            <a:ext cx="0" cy="320040"/>
          </a:xfrm>
          <a:prstGeom prst="line">
            <a:avLst/>
          </a:prstGeom>
          <a:ln w="15875">
            <a:solidFill>
              <a:srgbClr val="555555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9" name="Rounded Rectangle 1038"/>
          <p:cNvSpPr/>
          <p:nvPr/>
        </p:nvSpPr>
        <p:spPr>
          <a:xfrm>
            <a:off x="1527048" y="5166360"/>
            <a:ext cx="4297679" cy="457200"/>
          </a:xfrm>
          <a:prstGeom prst="roundRect">
            <a:avLst>
              <a:gd name="adj" fmla="val 30000"/>
            </a:avLst>
          </a:prstGeom>
          <a:solidFill>
            <a:srgbClr val="FFFF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lang="en-US" sz="1300" b="1" i="0">
                <a:solidFill>
                  <a:srgbClr val="8A3F0D"/>
                </a:solidFill>
                <a:latin typeface="Arial"/>
              </a:rPr>
              <a:t>= O₃ this day would have had under typical weather</a:t>
            </a:r>
          </a:p>
        </p:txBody>
      </p:sp>
      <p:sp>
        <p:nvSpPr>
          <p:cNvPr id="1040" name="TextBox 1039"/>
          <p:cNvSpPr txBox="1"/>
          <p:nvPr/>
        </p:nvSpPr>
        <p:spPr>
          <a:xfrm>
            <a:off x="338328" y="5806440"/>
            <a:ext cx="6675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200" b="0" i="1">
                <a:solidFill>
                  <a:srgbClr val="555555"/>
                </a:solidFill>
                <a:latin typeface="Arial"/>
              </a:rPr>
              <a:t>Year-to-year weather luck averages out; what survives is the emission-side signal.</a:t>
            </a:r>
          </a:p>
        </p:txBody>
      </p:sp>
      <p:sp>
        <p:nvSpPr>
          <p:cNvPr id="1041" name="Rounded Rectangle 1040"/>
          <p:cNvSpPr/>
          <p:nvPr/>
        </p:nvSpPr>
        <p:spPr>
          <a:xfrm>
            <a:off x="7223760" y="1234440"/>
            <a:ext cx="4617720" cy="118872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300"/>
              </a:spcAft>
            </a:pPr>
            <a:r>
              <a:rPr lang="en-US" sz="1500" b="1" i="0">
                <a:solidFill>
                  <a:srgbClr val="8A3F0D"/>
                </a:solidFill>
                <a:latin typeface="Arial"/>
              </a:rPr>
              <a:t>Step 1 · Train the random forest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O₃ = f(date, season, site, 6 weather variables)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T max · RH · wind speed · rain · wind-dir sin/cos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34,875 station-days · 500 trees · OOB R² 0.757</a:t>
            </a:r>
          </a:p>
        </p:txBody>
      </p:sp>
      <p:sp>
        <p:nvSpPr>
          <p:cNvPr id="1042" name="Rounded Rectangle 1041"/>
          <p:cNvSpPr/>
          <p:nvPr/>
        </p:nvSpPr>
        <p:spPr>
          <a:xfrm>
            <a:off x="7223760" y="2697480"/>
            <a:ext cx="4617720" cy="118872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300"/>
              </a:spcAft>
            </a:pPr>
            <a:r>
              <a:rPr lang="en-US" sz="1500" b="1" i="0">
                <a:solidFill>
                  <a:srgbClr val="8A3F0D"/>
                </a:solidFill>
                <a:latin typeface="Arial"/>
              </a:rPr>
              <a:t>Step 2–3 · Swap the weather, predict, × 300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donor = another day at the same station, whole block kept together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date · season · site unchanged → mean of 300 = normalized value</a:t>
            </a:r>
          </a:p>
        </p:txBody>
      </p:sp>
      <p:sp>
        <p:nvSpPr>
          <p:cNvPr id="1043" name="Rounded Rectangle 1042"/>
          <p:cNvSpPr/>
          <p:nvPr/>
        </p:nvSpPr>
        <p:spPr>
          <a:xfrm>
            <a:off x="7223760" y="4160520"/>
            <a:ext cx="4617720" cy="118872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" rIns="137160" bIns="18288" rtlCol="0" anchor="ctr"/>
          <a:lstStyle/>
          <a:p>
            <a:pPr algn="l">
              <a:spcAft>
                <a:spcPts val="300"/>
              </a:spcAft>
            </a:pPr>
            <a:r>
              <a:rPr lang="en-US" sz="1500" b="1" i="0">
                <a:solidFill>
                  <a:srgbClr val="8A3F0D"/>
                </a:solidFill>
                <a:latin typeface="Arial"/>
              </a:rPr>
              <a:t>Step 4 · Trend test (Seasonal MK + Sen)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same test as the observed series (M4)</a:t>
            </a:r>
          </a:p>
          <a:p>
            <a:pPr algn="l">
              <a:spcAft>
                <a:spcPts val="1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sensitivity: 100 iterations · within-month donors · + sunshine</a:t>
            </a:r>
          </a:p>
        </p:txBody>
      </p:sp>
      <p:sp>
        <p:nvSpPr>
          <p:cNvPr id="1044" name="TextBox 1043"/>
          <p:cNvSpPr txBox="1"/>
          <p:nvPr/>
        </p:nvSpPr>
        <p:spPr>
          <a:xfrm>
            <a:off x="7223760" y="5532120"/>
            <a:ext cx="4617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000" b="0" i="1">
                <a:solidFill>
                  <a:srgbClr val="555555"/>
                </a:solidFill>
                <a:latin typeface="Arial"/>
              </a:rPr>
              <a:t>Grange et al. (2018); Grange &amp; Carslaw (2019)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39632-955E-0777-0CA4-5BF580C1B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4886B9-55C2-47B6-0910-A84451C18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CDE601-FB74-0687-3580-00D0681F7F30}"/>
              </a:ext>
            </a:extLst>
          </p:cNvPr>
          <p:cNvSpPr txBox="1">
            <a:spLocks/>
          </p:cNvSpPr>
          <p:nvPr/>
        </p:nvSpPr>
        <p:spPr>
          <a:xfrm>
            <a:off x="831850" y="4333824"/>
            <a:ext cx="10515600" cy="150018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dirty="0">
                <a:solidFill>
                  <a:srgbClr val="587876"/>
                </a:solidFill>
              </a:rPr>
              <a:t>Patterns → Drivers → Extreme days → Trend: observed → weather-adjusted → Evidence</a:t>
            </a:r>
            <a:endParaRPr lang="zh-TW" altLang="en-US" dirty="0">
              <a:solidFill>
                <a:srgbClr val="587876"/>
              </a:solidFill>
            </a:endParaRPr>
          </a:p>
        </p:txBody>
      </p:sp>
      <p:sp>
        <p:nvSpPr>
          <p:cNvPr id="5" name="標題 1">
            <a:extLst>
              <a:ext uri="{FF2B5EF4-FFF2-40B4-BE49-F238E27FC236}">
                <a16:creationId xmlns:a16="http://schemas.microsoft.com/office/drawing/2014/main" id="{D146B899-7C21-A974-742F-3217A9CEBD5B}"/>
              </a:ext>
            </a:extLst>
          </p:cNvPr>
          <p:cNvSpPr txBox="1">
            <a:spLocks/>
          </p:cNvSpPr>
          <p:nvPr/>
        </p:nvSpPr>
        <p:spPr>
          <a:xfrm>
            <a:off x="831850" y="3500438"/>
            <a:ext cx="10515600" cy="106203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6600" b="1" dirty="0">
                <a:solidFill>
                  <a:srgbClr val="8A3F0D"/>
                </a:solidFill>
              </a:rPr>
              <a:t>03 Result</a:t>
            </a:r>
            <a:endParaRPr lang="zh-TW" altLang="en-US" sz="6600" b="1" dirty="0">
              <a:solidFill>
                <a:srgbClr val="8A3F0D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34892DD-6654-9DCD-B7C6-3008654C7395}"/>
              </a:ext>
            </a:extLst>
          </p:cNvPr>
          <p:cNvSpPr/>
          <p:nvPr/>
        </p:nvSpPr>
        <p:spPr>
          <a:xfrm>
            <a:off x="0" y="6667397"/>
            <a:ext cx="12192000" cy="20217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81F5366-6DC4-B13D-E5EC-B58384782851}"/>
              </a:ext>
            </a:extLst>
          </p:cNvPr>
          <p:cNvSpPr txBox="1"/>
          <p:nvPr/>
        </p:nvSpPr>
        <p:spPr>
          <a:xfrm>
            <a:off x="1061884" y="5317202"/>
            <a:ext cx="63934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zh-TW" sz="2000" i="1" dirty="0">
                <a:solidFill>
                  <a:srgbClr val="555555"/>
                </a:solidFill>
                <a:latin typeface="+mj-lt"/>
              </a:rPr>
              <a:t>Goal: </a:t>
            </a:r>
            <a:r>
              <a:rPr lang="en-US" altLang="zh-TW" sz="2000" i="1" dirty="0">
                <a:solidFill>
                  <a:srgbClr val="555555"/>
                </a:solidFill>
                <a:latin typeface="+mj-lt"/>
              </a:rPr>
              <a:t>answer the three questions — then the one in the title.</a:t>
            </a:r>
            <a:endParaRPr lang="zh-TW" altLang="en-US" sz="2000" i="1" dirty="0">
              <a:solidFill>
                <a:srgbClr val="555555"/>
              </a:solidFill>
              <a:latin typeface="+mj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9D876-9655-9E26-8B09-B0E467688F6A}"/>
              </a:ext>
            </a:extLst>
          </p:cNvPr>
          <p:cNvSpPr/>
          <p:nvPr/>
        </p:nvSpPr>
        <p:spPr>
          <a:xfrm>
            <a:off x="1017639" y="5395860"/>
            <a:ext cx="88490" cy="252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9" name="圖形 8" descr="陰雨時晴 以實心填滿">
            <a:extLst>
              <a:ext uri="{FF2B5EF4-FFF2-40B4-BE49-F238E27FC236}">
                <a16:creationId xmlns:a16="http://schemas.microsoft.com/office/drawing/2014/main" id="{61ADD24B-471C-F06A-D57C-C82DB4E02D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39228" y="109589"/>
            <a:ext cx="914400" cy="91440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C0A6970-2484-95ED-3669-7D8BE32CAED2}"/>
              </a:ext>
            </a:extLst>
          </p:cNvPr>
          <p:cNvSpPr txBox="1"/>
          <p:nvPr/>
        </p:nvSpPr>
        <p:spPr>
          <a:xfrm>
            <a:off x="-2527300" y="42545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02236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R1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Ozone Patterns—Autumn, afternoon, downwind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17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484632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Where: downwind, not at sources</a:t>
            </a:r>
          </a:p>
        </p:txBody>
      </p:sp>
      <p:sp>
        <p:nvSpPr>
          <p:cNvPr id="1004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5166360" y="740664"/>
            <a:ext cx="658368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When: autumn &amp; spring, not summer</a:t>
            </a:r>
          </a:p>
        </p:txBody>
      </p:sp>
      <p:pic>
        <p:nvPicPr>
          <p:cNvPr id="1005" name="Picture 1004" descr="ma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25880"/>
            <a:ext cx="4631868" cy="4023360"/>
          </a:xfrm>
          <a:prstGeom prst="rect">
            <a:avLst/>
          </a:prstGeom>
        </p:spPr>
      </p:pic>
      <p:pic>
        <p:nvPicPr>
          <p:cNvPr id="1006" name="Picture 1005" descr="monthl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7800" y="1325880"/>
            <a:ext cx="6583680" cy="3457873"/>
          </a:xfrm>
          <a:prstGeom prst="rect">
            <a:avLst/>
          </a:prstGeom>
        </p:spPr>
      </p:pic>
      <p:sp>
        <p:nvSpPr>
          <p:cNvPr id="1007" name="TextBox 1006"/>
          <p:cNvSpPr txBox="1"/>
          <p:nvPr/>
        </p:nvSpPr>
        <p:spPr>
          <a:xfrm>
            <a:off x="338328" y="5468112"/>
            <a:ext cx="47091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250" b="1" dirty="0">
                <a:solidFill>
                  <a:srgbClr val="3B3B3B"/>
                </a:solidFill>
                <a:latin typeface="Arial"/>
              </a:rPr>
              <a:t>Highest: </a:t>
            </a:r>
            <a:r>
              <a:rPr lang="en-US" sz="1250" b="0" dirty="0" err="1">
                <a:solidFill>
                  <a:srgbClr val="555555"/>
                </a:solidFill>
                <a:latin typeface="Arial"/>
              </a:rPr>
              <a:t>Linyuan</a:t>
            </a:r>
            <a:r>
              <a:rPr lang="en-US" sz="1250" b="0" dirty="0">
                <a:solidFill>
                  <a:srgbClr val="555555"/>
                </a:solidFill>
                <a:latin typeface="Arial"/>
              </a:rPr>
              <a:t> 51.9 · Meinong 50.0 · </a:t>
            </a:r>
            <a:r>
              <a:rPr lang="en-US" sz="1250" b="0" dirty="0" err="1">
                <a:solidFill>
                  <a:srgbClr val="555555"/>
                </a:solidFill>
                <a:latin typeface="Arial"/>
              </a:rPr>
              <a:t>Zuoying</a:t>
            </a:r>
            <a:r>
              <a:rPr lang="en-US" sz="1250" b="0" dirty="0">
                <a:solidFill>
                  <a:srgbClr val="555555"/>
                </a:solidFill>
                <a:latin typeface="Arial"/>
              </a:rPr>
              <a:t> 49.2 ppb</a:t>
            </a:r>
          </a:p>
          <a:p>
            <a:pPr algn="l">
              <a:spcAft>
                <a:spcPts val="0"/>
              </a:spcAft>
            </a:pPr>
            <a:r>
              <a:rPr lang="en-US" sz="1250" b="1" dirty="0">
                <a:solidFill>
                  <a:srgbClr val="3B3B3B"/>
                </a:solidFill>
                <a:latin typeface="Arial"/>
              </a:rPr>
              <a:t>Lowest: </a:t>
            </a:r>
            <a:r>
              <a:rPr lang="en-US" sz="1250" b="0" dirty="0">
                <a:solidFill>
                  <a:srgbClr val="555555"/>
                </a:solidFill>
                <a:latin typeface="Arial"/>
              </a:rPr>
              <a:t>Xiaogang 43.3 · </a:t>
            </a:r>
            <a:r>
              <a:rPr lang="en-US" sz="1250" b="0" dirty="0" err="1">
                <a:solidFill>
                  <a:srgbClr val="555555"/>
                </a:solidFill>
                <a:latin typeface="Arial"/>
              </a:rPr>
              <a:t>Fengshan</a:t>
            </a:r>
            <a:r>
              <a:rPr lang="en-US" sz="1250" b="0" dirty="0">
                <a:solidFill>
                  <a:srgbClr val="555555"/>
                </a:solidFill>
                <a:latin typeface="Arial"/>
              </a:rPr>
              <a:t> 43.6 · </a:t>
            </a:r>
            <a:r>
              <a:rPr lang="en-US" sz="1250" b="0" dirty="0" err="1">
                <a:solidFill>
                  <a:srgbClr val="555555"/>
                </a:solidFill>
                <a:latin typeface="Arial"/>
              </a:rPr>
              <a:t>Fuxing</a:t>
            </a:r>
            <a:r>
              <a:rPr lang="en-US" sz="1250" b="0" dirty="0">
                <a:solidFill>
                  <a:srgbClr val="555555"/>
                </a:solidFill>
                <a:latin typeface="Arial"/>
              </a:rPr>
              <a:t> 43.7 ppb</a:t>
            </a:r>
          </a:p>
          <a:p>
            <a:pPr algn="l"/>
            <a:r>
              <a:rPr lang="en-US" sz="1250" b="1">
                <a:solidFill>
                  <a:srgbClr val="8A3F0D"/>
                </a:solidFill>
                <a:latin typeface="Arial"/>
              </a:rPr>
              <a:t>→ NOx titration near sources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5257800" y="5029200"/>
            <a:ext cx="3200400" cy="118872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Oct 61 vs Jul 31 ppb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autumn 56 · spring 51 · winter 49 · summer 32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8732520" y="5029200"/>
            <a:ext cx="3108960" cy="118872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Peak at 13:00 LST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60.8 ppb in autumn · summer flat at 34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R2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What Drives Ozone?—Sea breeze, heat, season, humidity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18</a:t>
            </a:fld>
            <a:endParaRPr lang="zh-TW" altLang="en-US" dirty="0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603504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Which factors matter (RF importance)</a:t>
            </a:r>
          </a:p>
        </p:txBody>
      </p:sp>
      <p:sp>
        <p:nvSpPr>
          <p:cNvPr id="1004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492240" y="740664"/>
            <a:ext cx="525780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What shape each effect has (GAM)</a:t>
            </a:r>
          </a:p>
        </p:txBody>
      </p:sp>
      <p:pic>
        <p:nvPicPr>
          <p:cNvPr id="1005" name="Picture 1004" descr="fig5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325880"/>
            <a:ext cx="6172200" cy="3088739"/>
          </a:xfrm>
          <a:prstGeom prst="rect">
            <a:avLst/>
          </a:prstGeom>
        </p:spPr>
      </p:pic>
      <p:pic>
        <p:nvPicPr>
          <p:cNvPr id="1006" name="Picture 1005" descr="g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280160"/>
            <a:ext cx="5257800" cy="3154680"/>
          </a:xfrm>
          <a:prstGeom prst="rect">
            <a:avLst/>
          </a:prstGeom>
        </p:spPr>
      </p:pic>
      <p:sp>
        <p:nvSpPr>
          <p:cNvPr id="1007" name="Rounded Rectangle 1006"/>
          <p:cNvSpPr/>
          <p:nvPr/>
        </p:nvSpPr>
        <p:spPr>
          <a:xfrm>
            <a:off x="338328" y="4709160"/>
            <a:ext cx="3657600" cy="109728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Sea breeze ≈ heat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u 0.26 ≈ T max 0.25 &gt; season 0.20 &gt; RH 0.19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4251960" y="4709160"/>
            <a:ext cx="3657600" cy="109728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Peak near 28 °C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hotter → lower O₃ · more humid → lower O₃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8165592" y="4709160"/>
            <a:ext cx="3657600" cy="109728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 dirty="0">
                <a:solidFill>
                  <a:srgbClr val="8A3F0D"/>
                </a:solidFill>
                <a:latin typeface="Arial"/>
              </a:rPr>
              <a:t>Test R</a:t>
            </a:r>
            <a:r>
              <a:rPr lang="en-US" altLang="zh-TW" sz="2000" b="1" baseline="30000" dirty="0">
                <a:solidFill>
                  <a:srgbClr val="8A3F0D"/>
                </a:solidFill>
                <a:latin typeface="Arial"/>
              </a:rPr>
              <a:t>2</a:t>
            </a:r>
            <a:r>
              <a:rPr lang="en-US" sz="2000" b="1" dirty="0">
                <a:solidFill>
                  <a:srgbClr val="8A3F0D"/>
                </a:solidFill>
                <a:latin typeface="Arial"/>
              </a:rPr>
              <a:t> 0.60 / 0.57</a:t>
            </a:r>
          </a:p>
          <a:p>
            <a:pPr algn="ctr"/>
            <a:r>
              <a:rPr lang="en-US" sz="1100" dirty="0">
                <a:solidFill>
                  <a:srgbClr val="555555"/>
                </a:solidFill>
                <a:latin typeface="Arial"/>
              </a:rPr>
              <a:t>RF / GAM · train 2018–23 · test 2024–25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R3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High-O₃ Events—Sunny, dry and stagnant, not the hottest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19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612648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When they happen, and under what weather</a:t>
            </a:r>
          </a:p>
        </p:txBody>
      </p:sp>
      <p:sp>
        <p:nvSpPr>
          <p:cNvPr id="1010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583680" y="740664"/>
            <a:ext cx="516636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dirty="0">
                <a:solidFill>
                  <a:srgbClr val="587876"/>
                </a:solidFill>
              </a:rPr>
              <a:t>Definition</a:t>
            </a:r>
          </a:p>
        </p:txBody>
      </p:sp>
      <p:sp>
        <p:nvSpPr>
          <p:cNvPr id="1011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583680" y="1965960"/>
            <a:ext cx="516636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dirty="0">
                <a:solidFill>
                  <a:srgbClr val="587876"/>
                </a:solidFill>
              </a:rPr>
              <a:t>Season</a:t>
            </a:r>
          </a:p>
        </p:txBody>
      </p:sp>
      <p:sp>
        <p:nvSpPr>
          <p:cNvPr id="1012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583680" y="3200400"/>
            <a:ext cx="516636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600" b="1" dirty="0">
                <a:solidFill>
                  <a:srgbClr val="587876"/>
                </a:solidFill>
              </a:rPr>
              <a:t>Weather on event days (month-adjusted)</a:t>
            </a:r>
          </a:p>
        </p:txBody>
      </p:sp>
      <p:pic>
        <p:nvPicPr>
          <p:cNvPr id="1013" name="Picture 1012" descr="fig4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34440"/>
            <a:ext cx="5942750" cy="4069080"/>
          </a:xfrm>
          <a:prstGeom prst="rect">
            <a:avLst/>
          </a:prstGeom>
        </p:spPr>
      </p:pic>
      <p:sp>
        <p:nvSpPr>
          <p:cNvPr id="1014" name="TextBox 1013"/>
          <p:cNvSpPr txBox="1"/>
          <p:nvPr/>
        </p:nvSpPr>
        <p:spPr>
          <a:xfrm>
            <a:off x="6675120" y="1069848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City-day max MDA8 ≥ P90 =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80.34 ppb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→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293 days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(10% of days)</a:t>
            </a:r>
          </a:p>
          <a:p>
            <a:pPr algn="l">
              <a:spcAft>
                <a:spcPts val="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Event days average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73 ppb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vs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44 ppb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on other days</a:t>
            </a:r>
          </a:p>
        </p:txBody>
      </p:sp>
      <p:sp>
        <p:nvSpPr>
          <p:cNvPr id="1015" name="TextBox 1014"/>
          <p:cNvSpPr txBox="1"/>
          <p:nvPr/>
        </p:nvSpPr>
        <p:spPr>
          <a:xfrm>
            <a:off x="6675120" y="2295144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Autumn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148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· Spring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101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· Winter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38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· Summer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6</a:t>
            </a:r>
          </a:p>
          <a:p>
            <a:pPr algn="l">
              <a:spcAft>
                <a:spcPts val="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October alone: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71 days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— the spring–autumn transition seasons</a:t>
            </a:r>
          </a:p>
        </p:txBody>
      </p:sp>
      <p:sp>
        <p:nvSpPr>
          <p:cNvPr id="1016" name="TextBox 1015"/>
          <p:cNvSpPr txBox="1"/>
          <p:nvPr/>
        </p:nvSpPr>
        <p:spPr>
          <a:xfrm>
            <a:off x="6675120" y="3529584"/>
            <a:ext cx="5166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RH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−2.7 pp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· sunshine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+1.2 h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· rainfall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−0.7 mm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(all p &lt; 0.01)</a:t>
            </a:r>
          </a:p>
          <a:p>
            <a:pPr algn="l">
              <a:spcAft>
                <a:spcPts val="0"/>
              </a:spcAft>
            </a:pPr>
            <a:r>
              <a:rPr lang="en-US" sz="1300" b="0">
                <a:solidFill>
                  <a:srgbClr val="555555"/>
                </a:solidFill>
                <a:latin typeface="Arial"/>
              </a:rPr>
              <a:t>Temperature: </a:t>
            </a:r>
            <a:r>
              <a:rPr lang="en-US" sz="1300" b="1">
                <a:solidFill>
                  <a:srgbClr val="8A3F0D"/>
                </a:solidFill>
                <a:latin typeface="Arial"/>
              </a:rPr>
              <a:t>no significant difference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— not the hottest days</a:t>
            </a:r>
          </a:p>
        </p:txBody>
      </p:sp>
      <p:sp>
        <p:nvSpPr>
          <p:cNvPr id="1017" name="Rounded Rectangle 1016"/>
          <p:cNvSpPr/>
          <p:nvPr/>
        </p:nvSpPr>
        <p:spPr>
          <a:xfrm>
            <a:off x="6675120" y="4572000"/>
            <a:ext cx="2468880" cy="109728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72 → 12 days / yr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P90 event days, 2018 → 2025</a:t>
            </a:r>
          </a:p>
        </p:txBody>
      </p:sp>
      <p:sp>
        <p:nvSpPr>
          <p:cNvPr id="1018" name="Rounded Rectangle 1017"/>
          <p:cNvSpPr/>
          <p:nvPr/>
        </p:nvSpPr>
        <p:spPr>
          <a:xfrm>
            <a:off x="9418320" y="4572000"/>
            <a:ext cx="2423160" cy="1097280"/>
          </a:xfrm>
          <a:prstGeom prst="roundRect">
            <a:avLst>
              <a:gd name="adj" fmla="val 18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en-US" sz="2000" b="1">
                <a:solidFill>
                  <a:srgbClr val="8A3F0D"/>
                </a:solidFill>
                <a:latin typeface="Arial"/>
              </a:rPr>
              <a:t>Linyuan 170 / 293</a:t>
            </a:r>
          </a:p>
          <a:p>
            <a:pPr algn="ctr"/>
            <a:r>
              <a:rPr lang="en-US" sz="1100">
                <a:solidFill>
                  <a:srgbClr val="555555"/>
                </a:solidFill>
                <a:latin typeface="Arial"/>
              </a:rPr>
              <a:t>station with the day’s maximum</a:t>
            </a:r>
          </a:p>
        </p:txBody>
      </p:sp>
      <p:sp>
        <p:nvSpPr>
          <p:cNvPr id="1019" name="TextBox 1018"/>
          <p:cNvSpPr txBox="1"/>
          <p:nvPr/>
        </p:nvSpPr>
        <p:spPr>
          <a:xfrm>
            <a:off x="3865168" y="319948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Event</a:t>
            </a:r>
          </a:p>
        </p:txBody>
      </p:sp>
      <p:sp>
        <p:nvSpPr>
          <p:cNvPr id="1020" name="TextBox 1019"/>
          <p:cNvSpPr txBox="1"/>
          <p:nvPr/>
        </p:nvSpPr>
        <p:spPr>
          <a:xfrm>
            <a:off x="5130698" y="3199485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Non-event</a:t>
            </a:r>
          </a:p>
        </p:txBody>
      </p:sp>
      <p:sp>
        <p:nvSpPr>
          <p:cNvPr id="1021" name="TextBox 1020"/>
          <p:cNvSpPr txBox="1"/>
          <p:nvPr/>
        </p:nvSpPr>
        <p:spPr>
          <a:xfrm>
            <a:off x="799185" y="52779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Event</a:t>
            </a:r>
          </a:p>
        </p:txBody>
      </p:sp>
      <p:sp>
        <p:nvSpPr>
          <p:cNvPr id="1022" name="TextBox 1021"/>
          <p:cNvSpPr txBox="1"/>
          <p:nvPr/>
        </p:nvSpPr>
        <p:spPr>
          <a:xfrm>
            <a:off x="2115921" y="52779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Non-event</a:t>
            </a:r>
          </a:p>
        </p:txBody>
      </p:sp>
      <p:sp>
        <p:nvSpPr>
          <p:cNvPr id="1023" name="TextBox 1022"/>
          <p:cNvSpPr txBox="1"/>
          <p:nvPr/>
        </p:nvSpPr>
        <p:spPr>
          <a:xfrm>
            <a:off x="3865168" y="52779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Event</a:t>
            </a:r>
          </a:p>
        </p:txBody>
      </p:sp>
      <p:sp>
        <p:nvSpPr>
          <p:cNvPr id="1024" name="TextBox 1023"/>
          <p:cNvSpPr txBox="1"/>
          <p:nvPr/>
        </p:nvSpPr>
        <p:spPr>
          <a:xfrm>
            <a:off x="5130698" y="5277916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1000" b="0">
                <a:solidFill>
                  <a:srgbClr val="555555"/>
                </a:solidFill>
                <a:latin typeface="Arial"/>
              </a:rPr>
              <a:t>Non-event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R4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The Puzzle—Precursors fell; did ozone follow?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20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557784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Emission controls worked on precursors…</a:t>
            </a:r>
          </a:p>
        </p:txBody>
      </p:sp>
      <p:sp>
        <p:nvSpPr>
          <p:cNvPr id="1004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172200" y="740664"/>
            <a:ext cx="557784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…but the observed O₃ trend is not significant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338328" y="1234440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600" b="1">
                <a:solidFill>
                  <a:srgbClr val="8A3F0D"/>
                </a:solidFill>
                <a:latin typeface="Arial"/>
              </a:rPr>
              <a:t>NOx −0.71 ppb / yr</a:t>
            </a:r>
          </a:p>
          <a:p>
            <a:pPr algn="ctr">
              <a:spcAft>
                <a:spcPts val="200"/>
              </a:spcAft>
            </a:pPr>
            <a:r>
              <a:rPr lang="en-US" sz="1200" b="0">
                <a:solidFill>
                  <a:srgbClr val="555555"/>
                </a:solidFill>
                <a:latin typeface="Arial"/>
              </a:rPr>
              <a:t>18.4 → 13.4 ppb (2018 → 2025) · </a:t>
            </a:r>
            <a:r>
              <a:rPr lang="en-US" sz="1200" b="1">
                <a:solidFill>
                  <a:srgbClr val="3B3B3B"/>
                </a:solidFill>
                <a:latin typeface="Arial"/>
              </a:rPr>
              <a:t>p &lt; 0.001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NO₂ −0.51 ppb/yr · CO −0.017 ppm/yr · PM2.5 −0.73 µg m⁻³/yr — all p &lt; 0.001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6263640" y="1234440"/>
            <a:ext cx="5577840" cy="146304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600" b="1">
                <a:solidFill>
                  <a:srgbClr val="8A3F0D"/>
                </a:solidFill>
                <a:latin typeface="Arial"/>
              </a:rPr>
              <a:t>O₃ −0.56 ppb / yr</a:t>
            </a:r>
          </a:p>
          <a:p>
            <a:pPr algn="ctr">
              <a:spcAft>
                <a:spcPts val="200"/>
              </a:spcAft>
            </a:pPr>
            <a:r>
              <a:rPr lang="en-US" sz="1200" b="0">
                <a:solidFill>
                  <a:srgbClr val="555555"/>
                </a:solidFill>
                <a:latin typeface="Arial"/>
              </a:rPr>
              <a:t>Seasonal MK </a:t>
            </a:r>
            <a:r>
              <a:rPr lang="en-US" sz="1200" b="1">
                <a:solidFill>
                  <a:srgbClr val="3B3B3B"/>
                </a:solidFill>
                <a:latin typeface="Arial"/>
              </a:rPr>
              <a:t>p = 0.14</a:t>
            </a:r>
            <a:r>
              <a:rPr lang="en-US" sz="1200" b="0">
                <a:solidFill>
                  <a:srgbClr val="555555"/>
                </a:solidFill>
                <a:latin typeface="Arial"/>
              </a:rPr>
              <a:t> · 95% CI −1.06 to +0.10 → not significant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2018–2024: p = 0.13 · 2019–2025: p = 0.32 — never significant</a:t>
            </a:r>
          </a:p>
        </p:txBody>
      </p:sp>
      <p:pic>
        <p:nvPicPr>
          <p:cNvPr id="1007" name="Picture 1006" descr="annu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2971800"/>
            <a:ext cx="5095306" cy="3200400"/>
          </a:xfrm>
          <a:prstGeom prst="rect">
            <a:avLst/>
          </a:prstGeom>
        </p:spPr>
      </p:pic>
      <p:sp>
        <p:nvSpPr>
          <p:cNvPr id="1008" name="TextBox 1007"/>
          <p:cNvSpPr txBox="1"/>
          <p:nvPr/>
        </p:nvSpPr>
        <p:spPr>
          <a:xfrm>
            <a:off x="5669280" y="3200400"/>
            <a:ext cx="61722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700" b="0">
                <a:solidFill>
                  <a:srgbClr val="555555"/>
                </a:solidFill>
                <a:latin typeface="Arial"/>
              </a:rPr>
              <a:t>Annual means drifted down — but by the raw record alone,</a:t>
            </a:r>
          </a:p>
          <a:p>
            <a:pPr algn="l">
              <a:spcAft>
                <a:spcPts val="0"/>
              </a:spcAft>
            </a:pPr>
            <a:r>
              <a:rPr lang="en-US" sz="1700" b="0">
                <a:solidFill>
                  <a:srgbClr val="555555"/>
                </a:solidFill>
                <a:latin typeface="Arial"/>
              </a:rPr>
              <a:t>the verdict would be: </a:t>
            </a:r>
            <a:r>
              <a:rPr lang="en-US" sz="1700" b="1">
                <a:solidFill>
                  <a:srgbClr val="3B3B3B"/>
                </a:solidFill>
                <a:latin typeface="Arial"/>
              </a:rPr>
              <a:t>“no effect”.</a:t>
            </a:r>
          </a:p>
        </p:txBody>
      </p:sp>
      <p:sp>
        <p:nvSpPr>
          <p:cNvPr id="1009" name="Rectangle 1008"/>
          <p:cNvSpPr/>
          <p:nvPr/>
        </p:nvSpPr>
        <p:spPr>
          <a:xfrm>
            <a:off x="5669280" y="4572000"/>
            <a:ext cx="54864" cy="566928"/>
          </a:xfrm>
          <a:prstGeom prst="rect">
            <a:avLst/>
          </a:prstGeom>
          <a:solidFill>
            <a:srgbClr val="8A3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0" name="TextBox 1009"/>
          <p:cNvSpPr txBox="1"/>
          <p:nvPr/>
        </p:nvSpPr>
        <p:spPr>
          <a:xfrm>
            <a:off x="5833872" y="4462272"/>
            <a:ext cx="59893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100" b="1">
                <a:solidFill>
                  <a:srgbClr val="8A3F0D"/>
                </a:solidFill>
                <a:latin typeface="Arial"/>
              </a:rPr>
              <a:t>Did the controls fail —</a:t>
            </a:r>
          </a:p>
          <a:p>
            <a:pPr algn="l">
              <a:spcAft>
                <a:spcPts val="0"/>
              </a:spcAft>
            </a:pPr>
            <a:r>
              <a:rPr lang="en-US" sz="2100" b="1">
                <a:solidFill>
                  <a:srgbClr val="8A3F0D"/>
                </a:solidFill>
                <a:latin typeface="Arial"/>
              </a:rPr>
              <a:t>or is the weather hiding the signal?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5669280" y="5440680"/>
            <a:ext cx="61722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0">
                <a:solidFill>
                  <a:srgbClr val="555555"/>
                </a:solidFill>
                <a:latin typeface="Arial"/>
              </a:rPr>
              <a:t>Year-to-year weather variability can mask or mimic a trend (I3)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R5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Remove the Weather—O₃ is falling: −0.28 ppb / yr, p &lt; 0.001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21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8595360" cy="492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Same monthly series: observed vs meteorologically normalized (300-iteration RF)</a:t>
            </a:r>
          </a:p>
        </p:txBody>
      </p:sp>
      <p:pic>
        <p:nvPicPr>
          <p:cNvPr id="1004" name="Picture 1003" descr="trend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34440"/>
            <a:ext cx="8549640" cy="3345951"/>
          </a:xfrm>
          <a:prstGeom prst="rect">
            <a:avLst/>
          </a:prstGeom>
        </p:spPr>
      </p:pic>
      <p:sp>
        <p:nvSpPr>
          <p:cNvPr id="1005" name="Rounded Rectangle 1004"/>
          <p:cNvSpPr/>
          <p:nvPr/>
        </p:nvSpPr>
        <p:spPr>
          <a:xfrm>
            <a:off x="9098280" y="123444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200" b="1">
                <a:solidFill>
                  <a:srgbClr val="555555"/>
                </a:solidFill>
                <a:latin typeface="Arial"/>
              </a:rPr>
              <a:t>Observed −0.56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ppb / yr · p = 0.14 · not significant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9098280" y="242316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200" b="1">
                <a:solidFill>
                  <a:srgbClr val="8A3F0D"/>
                </a:solidFill>
                <a:latin typeface="Arial"/>
              </a:rPr>
              <a:t>Normalized −0.28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ppb / yr · 95% CI −0.40 to −0.16</a:t>
            </a:r>
          </a:p>
          <a:p>
            <a:pPr algn="ctr">
              <a:spcAft>
                <a:spcPts val="200"/>
              </a:spcAft>
            </a:pPr>
            <a:r>
              <a:rPr lang="en-US" sz="1100" b="1">
                <a:solidFill>
                  <a:srgbClr val="3B3B3B"/>
                </a:solidFill>
                <a:latin typeface="Arial"/>
              </a:rPr>
              <a:t>p = 2.9 × 10⁻⁵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9098280" y="3611880"/>
            <a:ext cx="2743200" cy="91440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200" b="1">
                <a:solidFill>
                  <a:srgbClr val="8A3F0D"/>
                </a:solidFill>
                <a:latin typeface="Arial"/>
              </a:rPr>
              <a:t>Both windows ↓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2018–24: −0.23 (p = 0.008)</a:t>
            </a:r>
          </a:p>
          <a:p>
            <a:pPr algn="ctr">
              <a:spcAft>
                <a:spcPts val="200"/>
              </a:spcAft>
            </a:pPr>
            <a:r>
              <a:rPr lang="en-US" sz="1100" b="0">
                <a:solidFill>
                  <a:srgbClr val="555555"/>
                </a:solidFill>
                <a:latin typeface="Arial"/>
              </a:rPr>
              <a:t>2019–25: −0.29 (p &lt; 0.001)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338328" y="4846320"/>
            <a:ext cx="11503152" cy="1371600"/>
          </a:xfrm>
          <a:prstGeom prst="roundRect">
            <a:avLst>
              <a:gd name="adj" fmla="val 10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73152" rIns="228600" bIns="73152" rtlCol="0" anchor="ctr"/>
          <a:lstStyle/>
          <a:p>
            <a:pPr algn="l">
              <a:spcAft>
                <a:spcPts val="400"/>
              </a:spcAft>
            </a:pPr>
            <a:r>
              <a:rPr lang="en-US" sz="1600" b="1">
                <a:solidFill>
                  <a:srgbClr val="8A3F0D"/>
                </a:solidFill>
                <a:latin typeface="Arial"/>
              </a:rPr>
              <a:t>Why smaller, yet significant?</a:t>
            </a:r>
          </a:p>
          <a:p>
            <a:pPr algn="l"/>
            <a:r>
              <a:rPr lang="en-US" sz="1300" b="0">
                <a:solidFill>
                  <a:srgbClr val="555555"/>
                </a:solidFill>
                <a:latin typeface="Arial"/>
              </a:rPr>
              <a:t>Part of the raw −0.56 was the weather “helping” — later years happened to be less favourable to O₃. </a:t>
            </a:r>
            <a:r>
              <a:rPr lang="en-US" sz="1300" b="1">
                <a:solidFill>
                  <a:srgbClr val="3B3B3B"/>
                </a:solidFill>
                <a:latin typeface="Arial"/>
              </a:rPr>
              <a:t>Remove that, and the −0.28 that remains is the emission signal: smaller, but clean enough to pass the test</a:t>
            </a:r>
            <a:r>
              <a:rPr lang="en-US" sz="1300" b="0">
                <a:solidFill>
                  <a:srgbClr val="555555"/>
                </a:solidFill>
                <a:latin typeface="Arial"/>
              </a:rPr>
              <a:t> (RF on 34,875 station-days, OOB R² 0.757).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R6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Is the Decline Real?—Same answer from every angle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22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6035040" cy="492125"/>
          </a:xfrm>
          <a:prstGeom prst="rect">
            <a:avLst/>
          </a:prstGeom>
        </p:spPr>
        <p:txBody>
          <a:bodyPr vert="horz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All 12 stations decline after normalization</a:t>
            </a:r>
          </a:p>
        </p:txBody>
      </p:sp>
      <p:sp>
        <p:nvSpPr>
          <p:cNvPr id="1004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6492240" y="740664"/>
            <a:ext cx="5303520" cy="492125"/>
          </a:xfrm>
          <a:prstGeom prst="rect">
            <a:avLst/>
          </a:prstGeom>
        </p:spPr>
        <p:txBody>
          <a:bodyPr vert="horz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…and every other check agrees</a:t>
            </a:r>
          </a:p>
        </p:txBody>
      </p:sp>
      <p:pic>
        <p:nvPicPr>
          <p:cNvPr id="1005" name="Picture 1004" descr="stati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" y="1234440"/>
            <a:ext cx="5852160" cy="3291840"/>
          </a:xfrm>
          <a:prstGeom prst="rect">
            <a:avLst/>
          </a:prstGeom>
        </p:spPr>
      </p:pic>
      <p:sp>
        <p:nvSpPr>
          <p:cNvPr id="1006" name="Rounded Rectangle 1005"/>
          <p:cNvSpPr/>
          <p:nvPr/>
        </p:nvSpPr>
        <p:spPr>
          <a:xfrm>
            <a:off x="338328" y="4709160"/>
            <a:ext cx="5852160" cy="114300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200" b="1" i="0">
                <a:solidFill>
                  <a:srgbClr val="8A3F0D"/>
                </a:solidFill>
                <a:latin typeface="Arial"/>
              </a:rPr>
              <a:t>12 / 12 negative · 10 significant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9 still significant after Bonferroni correction (α = 0.05 / 12)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non-significant only at Fuxing (−0.08) and Meinong (−0.03)</a:t>
            </a:r>
          </a:p>
        </p:txBody>
      </p:sp>
      <p:sp>
        <p:nvSpPr>
          <p:cNvPr id="1007" name="Rounded Rectangle 1006"/>
          <p:cNvSpPr/>
          <p:nvPr/>
        </p:nvSpPr>
        <p:spPr>
          <a:xfrm>
            <a:off x="6583680" y="123444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1800" b="1" i="0">
                <a:solidFill>
                  <a:srgbClr val="8A3F0D"/>
                </a:solidFill>
                <a:latin typeface="Arial"/>
              </a:rPr>
              <a:t>72 → 12 days / yr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P90 extreme-event days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2018 → 2025</a:t>
            </a:r>
          </a:p>
        </p:txBody>
      </p:sp>
      <p:sp>
        <p:nvSpPr>
          <p:cNvPr id="1008" name="Rounded Rectangle 1007"/>
          <p:cNvSpPr/>
          <p:nvPr/>
        </p:nvSpPr>
        <p:spPr>
          <a:xfrm>
            <a:off x="9326880" y="123444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1800" b="1" i="0">
                <a:solidFill>
                  <a:srgbClr val="8A3F0D"/>
                </a:solidFill>
                <a:latin typeface="Arial"/>
              </a:rPr>
              <a:t>50% → 36%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60 ppb exceedance days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2018 → 2025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6583680" y="2834640"/>
            <a:ext cx="2468880" cy="132588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1800" b="1" i="0">
                <a:solidFill>
                  <a:srgbClr val="8A3F0D"/>
                </a:solidFill>
                <a:latin typeface="Arial"/>
              </a:rPr>
              <a:t>−0.27 to −0.39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3 normalization settings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100 iter · within-month donors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+ sunshine · all p &lt; 0.01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9326880" y="2834640"/>
            <a:ext cx="2514600" cy="132588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1800" b="1" i="0">
                <a:solidFill>
                  <a:srgbClr val="8A3F0D"/>
                </a:solidFill>
                <a:latin typeface="Arial"/>
              </a:rPr>
              <a:t>NOx −0.71 ppb / yr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NO₂ −0.51 · CO · PM2.5 ↓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all p &lt; 0.001</a:t>
            </a:r>
          </a:p>
        </p:txBody>
      </p:sp>
      <p:sp>
        <p:nvSpPr>
          <p:cNvPr id="1011" name="Rounded Rectangle 1010"/>
          <p:cNvSpPr/>
          <p:nvPr/>
        </p:nvSpPr>
        <p:spPr>
          <a:xfrm>
            <a:off x="6583680" y="4434840"/>
            <a:ext cx="5257800" cy="118872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3 time windows, one answer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2018–25 −0.28 · 2018–24 −0.23 · 2019–25 −0.29 ppb / yr</a:t>
            </a:r>
          </a:p>
          <a:p>
            <a:pPr algn="ctr">
              <a:spcAft>
                <a:spcPts val="200"/>
              </a:spcAft>
            </a:pPr>
            <a:r>
              <a:rPr lang="en-US" sz="1100" b="0" i="0">
                <a:solidFill>
                  <a:srgbClr val="555555"/>
                </a:solidFill>
                <a:latin typeface="Arial"/>
              </a:rPr>
              <a:t>weather-adjusted, all significant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標題 1">
            <a:extLst>
              <a:ext uri="{FF2B5EF4-FFF2-40B4-BE49-F238E27FC236}">
                <a16:creationId xmlns:a16="http://schemas.microsoft.com/office/drawing/2014/main" id="{F96CD72B-842D-356C-3685-BECBDA91040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34298" y="96838"/>
            <a:ext cx="10515600" cy="525462"/>
          </a:xfrm>
        </p:spPr>
        <p:txBody>
          <a:bodyPr>
            <a:noAutofit/>
          </a:bodyPr>
          <a:lstStyle/>
          <a:p>
            <a:r>
              <a:rPr lang="en-US" altLang="zh-TW" sz="2400" b="1" dirty="0">
                <a:solidFill>
                  <a:schemeClr val="accent2">
                    <a:lumMod val="50000"/>
                  </a:schemeClr>
                </a:solidFill>
              </a:rPr>
              <a:t>R7</a:t>
            </a:r>
            <a:r>
              <a:rPr lang="en-US" altLang="zh-TW" sz="2400" b="0" dirty="0">
                <a:solidFill>
                  <a:schemeClr val="accent2">
                    <a:lumMod val="50000"/>
                  </a:schemeClr>
                </a:solidFill>
              </a:rPr>
              <a:t> One Converging Story—An improvement hidden by weather</a:t>
            </a:r>
            <a:endParaRPr lang="zh-TW" alt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002" name="投影片編號版面配置區 4">
            <a:extLst>
              <a:ext uri="{FF2B5EF4-FFF2-40B4-BE49-F238E27FC236}">
                <a16:creationId xmlns:a16="http://schemas.microsoft.com/office/drawing/2014/main" id="{73E2B023-706F-17CE-E5A7-CD71773B1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B902B2-BCB4-470E-B32E-58E609240AC7}" type="slidenum">
              <a:rPr lang="zh-TW" altLang="en-US" smtClean="0"/>
              <a:t>23</a:t>
            </a:fld>
            <a:endParaRPr lang="zh-TW" altLang="en-US"/>
          </a:p>
        </p:txBody>
      </p:sp>
      <p:sp>
        <p:nvSpPr>
          <p:cNvPr id="1003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740664"/>
            <a:ext cx="7315200" cy="492125"/>
          </a:xfrm>
          <a:prstGeom prst="rect">
            <a:avLst/>
          </a:prstGeom>
        </p:spPr>
        <p:txBody>
          <a:bodyPr vert="horz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Three questions, three answers</a:t>
            </a:r>
          </a:p>
        </p:txBody>
      </p:sp>
      <p:sp>
        <p:nvSpPr>
          <p:cNvPr id="1004" name="Rounded Rectangle 1003"/>
          <p:cNvSpPr/>
          <p:nvPr/>
        </p:nvSpPr>
        <p:spPr>
          <a:xfrm>
            <a:off x="338328" y="118872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Q1 · What drives it</a:t>
            </a:r>
          </a:p>
          <a:p>
            <a:pPr algn="ctr">
              <a:spcAft>
                <a:spcPts val="200"/>
              </a:spcAft>
            </a:pPr>
            <a:r>
              <a:rPr lang="en-US" sz="1150" b="1" i="0">
                <a:solidFill>
                  <a:srgbClr val="3B3B3B"/>
                </a:solidFill>
                <a:latin typeface="Arial"/>
              </a:rPr>
              <a:t>Sea breeze ≈ heat &gt; season &gt; humidity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peak near 28 °C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photochemistry plus onshore transport</a:t>
            </a:r>
          </a:p>
        </p:txBody>
      </p:sp>
      <p:sp>
        <p:nvSpPr>
          <p:cNvPr id="1005" name="Rounded Rectangle 1004"/>
          <p:cNvSpPr/>
          <p:nvPr/>
        </p:nvSpPr>
        <p:spPr>
          <a:xfrm>
            <a:off x="4251960" y="118872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Q2 · Extreme days</a:t>
            </a:r>
          </a:p>
          <a:p>
            <a:pPr algn="ctr">
              <a:spcAft>
                <a:spcPts val="200"/>
              </a:spcAft>
            </a:pPr>
            <a:r>
              <a:rPr lang="en-US" sz="1150" b="1" i="0">
                <a:solidFill>
                  <a:srgbClr val="3B3B3B"/>
                </a:solidFill>
                <a:latin typeface="Arial"/>
              </a:rPr>
              <a:t>Sunny, dry, stagnant spring/autumn days — not the hottest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72 → 12 days / yr · concentrated at Linyuan</a:t>
            </a:r>
          </a:p>
        </p:txBody>
      </p:sp>
      <p:sp>
        <p:nvSpPr>
          <p:cNvPr id="1006" name="Rounded Rectangle 1005"/>
          <p:cNvSpPr/>
          <p:nvPr/>
        </p:nvSpPr>
        <p:spPr>
          <a:xfrm>
            <a:off x="8165592" y="118872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Q3 · The trend</a:t>
            </a:r>
          </a:p>
          <a:p>
            <a:pPr algn="ctr">
              <a:spcAft>
                <a:spcPts val="200"/>
              </a:spcAft>
            </a:pPr>
            <a:r>
              <a:rPr lang="en-US" sz="1150" b="1" i="0">
                <a:solidFill>
                  <a:srgbClr val="3B3B3B"/>
                </a:solidFill>
                <a:latin typeface="Arial"/>
              </a:rPr>
              <a:t>Observed −0.56 (p = 0.14) → weather-adjusted −0.28 ppb / yr (p &lt; 0.001)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all 12 stations negative, 10 significant</a:t>
            </a:r>
          </a:p>
        </p:txBody>
      </p:sp>
      <p:sp>
        <p:nvSpPr>
          <p:cNvPr id="1007" name="Rectangle 1006"/>
          <p:cNvSpPr/>
          <p:nvPr/>
        </p:nvSpPr>
        <p:spPr>
          <a:xfrm>
            <a:off x="338328" y="3172968"/>
            <a:ext cx="54864" cy="658368"/>
          </a:xfrm>
          <a:prstGeom prst="rect">
            <a:avLst/>
          </a:prstGeom>
          <a:solidFill>
            <a:srgbClr val="8A3F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8" name="TextBox 1007"/>
          <p:cNvSpPr txBox="1"/>
          <p:nvPr/>
        </p:nvSpPr>
        <p:spPr>
          <a:xfrm>
            <a:off x="502920" y="3090672"/>
            <a:ext cx="1133856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Kaohsiung ozone is weather-modulated and autumn-peaking — and it is improving.</a:t>
            </a:r>
          </a:p>
          <a:p>
            <a:pPr algn="l">
              <a:spcAft>
                <a:spcPts val="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The improvement was there all along; the weather was hiding it.</a:t>
            </a:r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9201E13-37DC-D684-8E9C-300BC6F1A814}"/>
              </a:ext>
            </a:extLst>
          </p:cNvPr>
          <p:cNvSpPr txBox="1">
            <a:spLocks/>
          </p:cNvSpPr>
          <p:nvPr/>
        </p:nvSpPr>
        <p:spPr>
          <a:xfrm>
            <a:off x="246888" y="4069080"/>
            <a:ext cx="7315200" cy="492125"/>
          </a:xfrm>
          <a:prstGeom prst="rect">
            <a:avLst/>
          </a:prstGeom>
        </p:spPr>
        <p:txBody>
          <a:bodyPr vert="horz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sz="1800" b="1" dirty="0">
                <a:solidFill>
                  <a:srgbClr val="587876"/>
                </a:solidFill>
              </a:rPr>
              <a:t>What this means</a:t>
            </a:r>
          </a:p>
        </p:txBody>
      </p:sp>
      <p:sp>
        <p:nvSpPr>
          <p:cNvPr id="1009" name="Rounded Rectangle 1008"/>
          <p:cNvSpPr/>
          <p:nvPr/>
        </p:nvSpPr>
        <p:spPr>
          <a:xfrm>
            <a:off x="338328" y="4480560"/>
            <a:ext cx="5577840" cy="128016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Consistent with precursor cuts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weather-adjusted O₃ falls in step with NOx / NO₂ / CO / PM2.5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keep going — and judge policy by weather-adjusted trends, not raw records</a:t>
            </a:r>
          </a:p>
        </p:txBody>
      </p:sp>
      <p:sp>
        <p:nvSpPr>
          <p:cNvPr id="1010" name="Rounded Rectangle 1009"/>
          <p:cNvSpPr/>
          <p:nvPr/>
        </p:nvSpPr>
        <p:spPr>
          <a:xfrm>
            <a:off x="6263640" y="4480560"/>
            <a:ext cx="5577840" cy="1280160"/>
          </a:xfrm>
          <a:prstGeom prst="roundRect">
            <a:avLst>
              <a:gd name="adj" fmla="val 12000"/>
            </a:avLst>
          </a:prstGeom>
          <a:solidFill>
            <a:srgbClr val="F2F0EB"/>
          </a:solidFill>
          <a:ln>
            <a:noFill/>
          </a:ln>
          <a:effectLst>
            <a:outerShdw blurRad="63500" dist="38100" dir="5400000" algn="t" rotWithShape="0">
              <a:prstClr val="black">
                <a:alpha val="28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54864" rIns="137160" bIns="54864" rtlCol="0" anchor="ctr"/>
          <a:lstStyle/>
          <a:p>
            <a:pPr algn="ctr">
              <a:spcAft>
                <a:spcPts val="400"/>
              </a:spcAft>
            </a:pPr>
            <a:r>
              <a:rPr lang="en-US" sz="2000" b="1" i="0">
                <a:solidFill>
                  <a:srgbClr val="8A3F0D"/>
                </a:solidFill>
                <a:latin typeface="Arial"/>
              </a:rPr>
              <a:t>Autumn is the risk window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sunny, dry, onshore-wind days (Oct–Nov, Mar–Apr)</a:t>
            </a:r>
          </a:p>
          <a:p>
            <a:pPr algn="ctr">
              <a:spcAft>
                <a:spcPts val="200"/>
              </a:spcAft>
            </a:pPr>
            <a:r>
              <a:rPr lang="en-US" sz="1150" b="0" i="0">
                <a:solidFill>
                  <a:srgbClr val="555555"/>
                </a:solidFill>
                <a:latin typeface="Arial"/>
              </a:rPr>
              <a:t>→ early warning and control timing</a:t>
            </a:r>
          </a:p>
        </p:txBody>
      </p:sp>
      <p:sp>
        <p:nvSpPr>
          <p:cNvPr id="1011" name="TextBox 1010"/>
          <p:cNvSpPr txBox="1"/>
          <p:nvPr/>
        </p:nvSpPr>
        <p:spPr>
          <a:xfrm>
            <a:off x="338328" y="5897880"/>
            <a:ext cx="11430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lang="en-US" sz="1200" b="0" i="1">
                <a:solidFill>
                  <a:srgbClr val="555555"/>
                </a:solidFill>
                <a:latin typeface="Arial"/>
              </a:rPr>
              <a:t>Next: VOC data · NOx–VOC regime in the driver models · back-trajectories · event forecasting · journal manuscript in preparation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5358</Words>
  <Application>Microsoft Office PowerPoint</Application>
  <PresentationFormat>寬螢幕</PresentationFormat>
  <Paragraphs>472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31" baseType="lpstr">
      <vt:lpstr>-apple-system-body</vt:lpstr>
      <vt:lpstr>Microsoft YaHei</vt:lpstr>
      <vt:lpstr>ui-monospace</vt:lpstr>
      <vt:lpstr>新細明體</vt:lpstr>
      <vt:lpstr>Aptos</vt:lpstr>
      <vt:lpstr>Aptos Display</vt:lpstr>
      <vt:lpstr>Arial</vt:lpstr>
      <vt:lpstr>Office 佈景主題</vt:lpstr>
      <vt:lpstr>Monitoring-based Assessment of  Recent Surface Ozone Trends,  Extreme Events, And Meteorological Drivers  in Kaohsiung, Taiwan (2018–2025) </vt:lpstr>
      <vt:lpstr>PowerPoint 簡報</vt:lpstr>
      <vt:lpstr>I1 Background: Ozone as a Persistent Challenge</vt:lpstr>
      <vt:lpstr>I2 Background: Ozone as a Persistent Challenge</vt:lpstr>
      <vt:lpstr>I3 The Challenge: Weather Masks the Signal</vt:lpstr>
      <vt:lpstr>I3 The Challenge: Weather Masks the Signal</vt:lpstr>
      <vt:lpstr>PowerPoint 簡報</vt:lpstr>
      <vt:lpstr>PowerPoint 簡報</vt:lpstr>
      <vt:lpstr>PowerPoint 簡報</vt:lpstr>
      <vt:lpstr>PowerPoint 簡報</vt:lpstr>
      <vt:lpstr>M3 Driver Modeling—How we identify the drivers</vt:lpstr>
      <vt:lpstr>M3 Driver Modeling—How we identify the drivers</vt:lpstr>
      <vt:lpstr>M4 Trend Analysis—How we judge the long-term trend</vt:lpstr>
      <vt:lpstr>M4 Trend Analysis—How we judge the long-term trend</vt:lpstr>
      <vt:lpstr>M5 Meteorological Normalization—How we remove the weather</vt:lpstr>
      <vt:lpstr>PowerPoint 簡報</vt:lpstr>
      <vt:lpstr>R1 Ozone Patterns—Autumn, afternoon, downwind</vt:lpstr>
      <vt:lpstr>R2 What Drives Ozone?—Sea breeze, heat, season, humidity</vt:lpstr>
      <vt:lpstr>R3 High-O₃ Events—Sunny, dry and stagnant, not the hottest</vt:lpstr>
      <vt:lpstr>R4 The Puzzle—Precursors fell; did ozone follow?</vt:lpstr>
      <vt:lpstr>R5 Remove the Weather—O₃ is falling: −0.28 ppb / yr, p &lt; 0.001</vt:lpstr>
      <vt:lpstr>R6 Is the Decline Real?—Same answer from every angle</vt:lpstr>
      <vt:lpstr>R7 One Converging Story—An improvement hidden by weather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奕綸 洪</dc:creator>
  <cp:lastModifiedBy>奕綸 洪</cp:lastModifiedBy>
  <cp:revision>1</cp:revision>
  <dcterms:created xsi:type="dcterms:W3CDTF">2026-09-18T06:12:44Z</dcterms:created>
  <dcterms:modified xsi:type="dcterms:W3CDTF">2026-09-26T10:25:18Z</dcterms:modified>
</cp:coreProperties>
</file>